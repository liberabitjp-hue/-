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ご案内" id="{7f663f29-ab7a-b5bf-d6f7-699a14257073}">
          <p14:sldIdLst>
            <p14:sldId id="256"/>
          </p14:sldIdLst>
        </p14:section>
        <p14:section name="オープニング" id="{9101a2ad-ec7f-032b-df69-a62a2fc0296c}">
          <p14:sldIdLst>
            <p14:sldId id="257"/>
            <p14:sldId id="258"/>
            <p14:sldId id="259"/>
            <p14:sldId id="260"/>
            <p14:sldId id="261"/>
          </p14:sldIdLst>
        </p14:section>
        <p14:section name="調査報告" id="{78380c28-5c85-d76d-89ca-b2cfaee9f73e}">
          <p14:sldIdLst>
            <p14:sldId id="262"/>
            <p14:sldId id="263"/>
            <p14:sldId id="264"/>
            <p14:sldId id="265"/>
            <p14:sldId id="266"/>
            <p14:sldId id="267"/>
            <p14:sldId id="268"/>
            <p14:sldId id="269"/>
          </p14:sldIdLst>
        </p14:section>
        <p14:section name="マーク総選挙" id="{17a25c4e-c420-53ca-087d-b81942127c3e}">
          <p14:sldIdLst>
            <p14:sldId id="270"/>
            <p14:sldId id="271"/>
            <p14:sldId id="272"/>
            <p14:sldId id="273"/>
            <p14:sldId id="274"/>
            <p14:sldId id="275"/>
            <p14:sldId id="276"/>
            <p14:sldId id="277"/>
          </p14:sldIdLst>
        </p14:section>
        <p14:section name="エンディング" id="{0c1614f4-8ae2-685a-c43f-fa82a84da742}">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放射線量</c:v>
                </c:pt>
              </c:strCache>
            </c:strRef>
          </c:tx>
          <c:spPr>
            <a:solidFill>
              <a:srgbClr val="9AA8B5"/>
            </a:solidFill>
            <a:effectLst/>
          </c:spPr>
          <c:invertIfNegative val="0"/>
          <c:dLbls>
            <c:numFmt formatCode="0.000" sourceLinked="0"/>
            <c:txPr>
              <a:bodyPr/>
              <a:lstStyle/>
              <a:p>
                <a:pPr>
                  <a:defRPr b="1" i="0" strike="noStrike" sz="36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9AA8B5"/>
              </a:solidFill>
              <a:effectLst/>
            </c:spPr>
          </c:dPt>
          <c:dPt>
            <c:idx val="1"/>
            <c:invertIfNegative val="0"/>
            <c:bubble3D val="0"/>
            <c:spPr>
              <a:solidFill>
                <a:srgbClr val="2E6FA6"/>
              </a:solidFill>
              <a:effectLst/>
            </c:spPr>
          </c:dPt>
          <c:cat>
            <c:multiLvlStrRef>
              <c:f>Sheet1!$A$2:$A$3</c:f>
              <c:multiLvlStrCache>
                <c:ptCount val="2"/>
                <c:lvl>
                  <c:pt idx="0">
                    <c:v>2012年4月</c:v>
                  </c:pt>
                  <c:pt idx="1">
                    <c:v>2026年6月</c:v>
                  </c:pt>
                </c:lvl>
              </c:multiLvlStrCache>
            </c:multiLvlStrRef>
          </c:cat>
          <c:val>
            <c:numRef>
              <c:f>Sheet1!$B$2:$B$3</c:f>
              <c:numCache>
                <c:formatCode>General</c:formatCode>
                <c:ptCount val="2"/>
                <c:pt idx="0">
                  <c:v>0.389</c:v>
                </c:pt>
                <c:pt idx="1">
                  <c:v>0.079</c:v>
                </c:pt>
              </c:numCache>
            </c:numRef>
          </c:val>
        </c:ser>
        <c:dLbls>
          <c:numFmt formatCode="0.000" sourceLinked="0"/>
          <c:txPr>
            <a:bodyPr/>
            <a:lstStyle/>
            <a:p>
              <a:pPr>
                <a:defRPr b="1" i="0" strike="noStrike" sz="3600" u="none">
                  <a:solidFill>
                    <a:schemeClr val="tx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3200" b="1"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0.4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発表開始前に表示（アナウンス：「次の５年生の発表で、投票用紙を使います…」）。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台本：「２０１１年３月１１日、１４時４６分。東日本大震災が起こりました。」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台本：「大きな地震や津波によって…放射性物質が発電所の外に出ました。」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台本：「語り部さんに当時の様子を教えていただいたり、いわき震災伝承みらい館やコミュタン福島を見学したりして…」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台本：「震災後、放射性物質への不安により…このように、思いこみや誤解によって農産物が売れにくくなることを『風評被害』といいます。」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台本：「福島県には、どんな課題があり、人々はどんな思いで過ごしてきたのでしょうか？」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台本：お米レンジャー登場〜「おー！！」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台本：「震災直後2012年4月の…０．３８９マイクロシーベルトでした。では、2026年6月の…いくつだったでしょう？」①②の挙手まで。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台本：「正解は・・・①の０．０７９マイクロシーベルトでした。」〜「福島県や本宮は安全だよ！と伝えたいです。」（グラフ単位：マイクロシーベルト）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台本：「震災後、福島県のお米の安全性を確かめるために、どんな取り組みを始めたでしょうか？」①②の挙手まで。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台本：「正解は…①の全量全袋検査です！」〜「福島のお米の復興につながっていることを伝えたいです！」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台本：信頼ホワイトの発表（みいねプライマルの方のお話）。※ＪＡの方のお話は台本が空欄のため、内容が決まったら追記してください。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台本：「みいねプライマルさんで作られているお米はどれでしょうか？」①②③の挙手まで。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台本：「正解は…①②③全部です！」〜「まゆみ小で作ったお米のおいしさをたくさんの人に知ってもらいたいです！」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台本：応援ホワイト「『本宮のお米アピール大作戦』を決行することにしました！！まず、お米の名前を考えました。」「『まゆ美っ米』です！そして、マークを考えました！」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台本：「今から、お米マーク総選挙を行います！」〜「それでは、最初の候補者からです。」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台本：Aチームの演説（「マークは、こちらです。」〜「以上で演説を終わります。」）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台本：Bチームの演説（「マークは、こちらです。」〜「以上で演説を終わります。」）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台本：Cチームの演説（「マークは、こちらです。」〜「以上で演説を終わります。」）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台本：Dチームの演説（「マークは、こちらです。」〜「以上で演説を終わります。」）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台本：Eチームの演説（「マークは、こちらです。」〜「以上で演説を終わります。」）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台本：演説後「いかがでしたか？」〜「ご清聴、ありがとうございました！」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台本：エンディング「わたしたちは、震災や風評被害…」〜「届けていきたいと思います。」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台本：「ひとつ、ひとつ、実現する福島！そして、本宮！」〜「これで、５年生の発表を終わります。礼！」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IGHT">
    <p:bg>
      <p:bgPr>
        <a:solidFill>
          <a:srgbClr val="14182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AM">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00200" y="274320"/>
            <a:ext cx="10149840" cy="9144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5.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4.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保護者の皆様へ</a:t>
            </a:r>
            <a:endParaRPr lang="en-US" sz="4400" dirty="0"/>
          </a:p>
        </p:txBody>
      </p:sp>
      <p:sp>
        <p:nvSpPr>
          <p:cNvPr id="3" name="Text 1"/>
          <p:cNvSpPr txBox="1"/>
          <p:nvPr/>
        </p:nvSpPr>
        <p:spPr>
          <a:xfrm>
            <a:off x="457200" y="1234440"/>
            <a:ext cx="11247120" cy="731520"/>
          </a:xfrm>
          <a:prstGeom prst="rect">
            <a:avLst/>
          </a:prstGeom>
          <a:noFill/>
          <a:ln/>
        </p:spPr>
        <p:txBody>
          <a:bodyPr wrap="square" lIns="0" tIns="0" rIns="0" bIns="0" rtlCol="0" anchor="ctr"/>
          <a:lstStyle/>
          <a:p>
            <a:pPr algn="ctr" indent="0" marL="0">
              <a:buNone/>
            </a:pPr>
            <a:r>
              <a:rPr lang="en-US" sz="3200" b="1" dirty="0">
                <a:solidFill>
                  <a:schemeClr val="tx1"/>
                </a:solidFill>
              </a:rPr>
              <a:t>お手元に、次のものがあるかご確認ください</a:t>
            </a:r>
            <a:endParaRPr lang="en-US" sz="3200" dirty="0"/>
          </a:p>
        </p:txBody>
      </p:sp>
      <p:sp>
        <p:nvSpPr>
          <p:cNvPr id="4" name="doc-card-0"/>
          <p:cNvSpPr/>
          <p:nvPr/>
        </p:nvSpPr>
        <p:spPr>
          <a:xfrm>
            <a:off x="700888" y="2148840"/>
            <a:ext cx="5120640" cy="2148840"/>
          </a:xfrm>
          <a:prstGeom prst="roundRect">
            <a:avLst>
              <a:gd name="adj" fmla="val 8511"/>
            </a:avLst>
          </a:prstGeom>
          <a:solidFill>
            <a:schemeClr val="bg2"/>
          </a:solidFill>
          <a:ln w="12700">
            <a:solidFill>
              <a:schemeClr val="bg2"/>
            </a:solidFill>
            <a:prstDash val="solid"/>
          </a:ln>
        </p:spPr>
      </p:sp>
      <p:pic>
        <p:nvPicPr>
          <p:cNvPr id="5" name="doc-icon-0" descr="preencoded.png">    </p:cNvPr>
          <p:cNvPicPr>
            <a:picLocks noChangeAspect="1"/>
          </p:cNvPicPr>
          <p:nvPr/>
        </p:nvPicPr>
        <p:blipFill>
          <a:blip r:embed="rId1"/>
          <a:stretch>
            <a:fillRect/>
          </a:stretch>
        </p:blipFill>
        <p:spPr>
          <a:xfrm>
            <a:off x="1066648" y="2697480"/>
            <a:ext cx="1051560" cy="1051560"/>
          </a:xfrm>
          <a:prstGeom prst="rect">
            <a:avLst/>
          </a:prstGeom>
        </p:spPr>
      </p:pic>
      <p:sp>
        <p:nvSpPr>
          <p:cNvPr id="6" name="Text 3"/>
          <p:cNvSpPr txBox="1"/>
          <p:nvPr/>
        </p:nvSpPr>
        <p:spPr>
          <a:xfrm>
            <a:off x="2346808" y="2240280"/>
            <a:ext cx="3291840" cy="914400"/>
          </a:xfrm>
          <a:prstGeom prst="rect">
            <a:avLst/>
          </a:prstGeom>
          <a:noFill/>
          <a:ln/>
        </p:spPr>
        <p:txBody>
          <a:bodyPr wrap="square" lIns="0" tIns="0" rIns="0" bIns="0" rtlCol="0" anchor="ctr"/>
          <a:lstStyle/>
          <a:p>
            <a:pPr indent="0" marL="0">
              <a:buNone/>
            </a:pPr>
            <a:r>
              <a:rPr lang="en-US" sz="3600" b="1" dirty="0">
                <a:solidFill>
                  <a:schemeClr val="tx1"/>
                </a:solidFill>
              </a:rPr>
              <a:t>おしらせ</a:t>
            </a:r>
            <a:endParaRPr lang="en-US" sz="3600" dirty="0"/>
          </a:p>
        </p:txBody>
      </p:sp>
      <p:sp>
        <p:nvSpPr>
          <p:cNvPr id="7" name="Text 4"/>
          <p:cNvSpPr txBox="1"/>
          <p:nvPr/>
        </p:nvSpPr>
        <p:spPr>
          <a:xfrm>
            <a:off x="2346808" y="3108960"/>
            <a:ext cx="3291840" cy="1097280"/>
          </a:xfrm>
          <a:prstGeom prst="rect">
            <a:avLst/>
          </a:prstGeom>
          <a:noFill/>
          <a:ln/>
        </p:spPr>
        <p:txBody>
          <a:bodyPr wrap="square" lIns="0" tIns="0" rIns="0" bIns="0" rtlCol="0" anchor="ctr"/>
          <a:lstStyle/>
          <a:p>
            <a:pPr indent="0" marL="0">
              <a:buNone/>
            </a:pPr>
            <a:r>
              <a:rPr lang="en-US" sz="7200" b="1" dirty="0">
                <a:solidFill>
                  <a:schemeClr val="accent2"/>
                </a:solidFill>
              </a:rPr>
              <a:t>1枚</a:t>
            </a:r>
            <a:endParaRPr lang="en-US" sz="7200" dirty="0"/>
          </a:p>
        </p:txBody>
      </p:sp>
      <p:sp>
        <p:nvSpPr>
          <p:cNvPr id="8" name="doc-card-1"/>
          <p:cNvSpPr/>
          <p:nvPr/>
        </p:nvSpPr>
        <p:spPr>
          <a:xfrm>
            <a:off x="6370168" y="2148840"/>
            <a:ext cx="5120640" cy="2148840"/>
          </a:xfrm>
          <a:prstGeom prst="roundRect">
            <a:avLst>
              <a:gd name="adj" fmla="val 8511"/>
            </a:avLst>
          </a:prstGeom>
          <a:solidFill>
            <a:schemeClr val="bg2"/>
          </a:solidFill>
          <a:ln w="12700">
            <a:solidFill>
              <a:schemeClr val="bg2"/>
            </a:solidFill>
            <a:prstDash val="solid"/>
          </a:ln>
        </p:spPr>
      </p:sp>
      <p:pic>
        <p:nvPicPr>
          <p:cNvPr id="9" name="doc-icon-1" descr="preencoded.png">    </p:cNvPr>
          <p:cNvPicPr>
            <a:picLocks noChangeAspect="1"/>
          </p:cNvPicPr>
          <p:nvPr/>
        </p:nvPicPr>
        <p:blipFill>
          <a:blip r:embed="rId2"/>
          <a:stretch>
            <a:fillRect/>
          </a:stretch>
        </p:blipFill>
        <p:spPr>
          <a:xfrm>
            <a:off x="6735928" y="2697480"/>
            <a:ext cx="1051560" cy="1051560"/>
          </a:xfrm>
          <a:prstGeom prst="rect">
            <a:avLst/>
          </a:prstGeom>
        </p:spPr>
      </p:pic>
      <p:sp>
        <p:nvSpPr>
          <p:cNvPr id="10" name="Text 6"/>
          <p:cNvSpPr txBox="1"/>
          <p:nvPr/>
        </p:nvSpPr>
        <p:spPr>
          <a:xfrm>
            <a:off x="8016088" y="2240280"/>
            <a:ext cx="3291840" cy="914400"/>
          </a:xfrm>
          <a:prstGeom prst="rect">
            <a:avLst/>
          </a:prstGeom>
          <a:noFill/>
          <a:ln/>
        </p:spPr>
        <p:txBody>
          <a:bodyPr wrap="square" lIns="0" tIns="0" rIns="0" bIns="0" rtlCol="0" anchor="ctr"/>
          <a:lstStyle/>
          <a:p>
            <a:pPr indent="0" marL="0">
              <a:buNone/>
            </a:pPr>
            <a:r>
              <a:rPr lang="en-US" sz="3600" b="1" dirty="0">
                <a:solidFill>
                  <a:schemeClr val="tx1"/>
                </a:solidFill>
              </a:rPr>
              <a:t>投票用紙</a:t>
            </a:r>
            <a:endParaRPr lang="en-US" sz="3600" dirty="0"/>
          </a:p>
        </p:txBody>
      </p:sp>
      <p:sp>
        <p:nvSpPr>
          <p:cNvPr id="11" name="Text 7"/>
          <p:cNvSpPr txBox="1"/>
          <p:nvPr/>
        </p:nvSpPr>
        <p:spPr>
          <a:xfrm>
            <a:off x="8016088" y="3108960"/>
            <a:ext cx="3291840" cy="1097280"/>
          </a:xfrm>
          <a:prstGeom prst="rect">
            <a:avLst/>
          </a:prstGeom>
          <a:noFill/>
          <a:ln/>
        </p:spPr>
        <p:txBody>
          <a:bodyPr wrap="square" lIns="0" tIns="0" rIns="0" bIns="0" rtlCol="0" anchor="ctr"/>
          <a:lstStyle/>
          <a:p>
            <a:pPr indent="0" marL="0">
              <a:buNone/>
            </a:pPr>
            <a:r>
              <a:rPr lang="en-US" sz="7200" b="1" dirty="0">
                <a:solidFill>
                  <a:schemeClr val="accent3"/>
                </a:solidFill>
              </a:rPr>
              <a:t>2枚</a:t>
            </a:r>
            <a:endParaRPr lang="en-US" sz="7200" dirty="0"/>
          </a:p>
        </p:txBody>
      </p:sp>
      <p:sp>
        <p:nvSpPr>
          <p:cNvPr id="12" name="notice-box"/>
          <p:cNvSpPr/>
          <p:nvPr/>
        </p:nvSpPr>
        <p:spPr>
          <a:xfrm>
            <a:off x="457200" y="4572000"/>
            <a:ext cx="11274552" cy="1920240"/>
          </a:xfrm>
          <a:prstGeom prst="roundRect">
            <a:avLst>
              <a:gd name="adj" fmla="val 9524"/>
            </a:avLst>
          </a:prstGeom>
          <a:solidFill>
            <a:schemeClr val="tx2"/>
          </a:solidFill>
          <a:ln w="12700">
            <a:solidFill>
              <a:schemeClr val="tx2"/>
            </a:solidFill>
            <a:prstDash val="solid"/>
          </a:ln>
        </p:spPr>
      </p:sp>
      <p:sp>
        <p:nvSpPr>
          <p:cNvPr id="13" name="Text 9"/>
          <p:cNvSpPr txBox="1"/>
          <p:nvPr/>
        </p:nvSpPr>
        <p:spPr>
          <a:xfrm>
            <a:off x="548640" y="4572000"/>
            <a:ext cx="11091672" cy="1920240"/>
          </a:xfrm>
          <a:prstGeom prst="rect">
            <a:avLst/>
          </a:prstGeom>
          <a:noFill/>
          <a:ln/>
        </p:spPr>
        <p:txBody>
          <a:bodyPr wrap="square" lIns="0" tIns="0" rIns="0" bIns="0" rtlCol="0" anchor="ctr"/>
          <a:lstStyle/>
          <a:p>
            <a:pPr algn="ctr" indent="0" marL="0">
              <a:lnSpc>
                <a:spcPct val="130000"/>
              </a:lnSpc>
              <a:buNone/>
            </a:pPr>
            <a:r>
              <a:rPr lang="en-US" sz="3200" b="1" dirty="0">
                <a:solidFill>
                  <a:schemeClr val="bg1"/>
                </a:solidFill>
              </a:rPr>
              <a:t>お知らせは、入退場口脇の机上に配置しております</a:t>
            </a:r>
            <a:endParaRPr lang="en-US" sz="3200" dirty="0"/>
          </a:p>
          <a:p>
            <a:pPr algn="ctr" indent="0" marL="0">
              <a:lnSpc>
                <a:spcPct val="130000"/>
              </a:lnSpc>
              <a:buNone/>
            </a:pPr>
            <a:r>
              <a:rPr lang="en-US" sz="3200" b="1" dirty="0">
                <a:solidFill>
                  <a:schemeClr val="bg1"/>
                </a:solidFill>
              </a:rPr>
              <a:t>投票用紙がない場合は、お近くの児童にお声がけください</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097280"/>
            <a:ext cx="11247120" cy="1737360"/>
          </a:xfrm>
          <a:prstGeom prst="rect">
            <a:avLst/>
          </a:prstGeom>
          <a:noFill/>
          <a:ln/>
        </p:spPr>
        <p:txBody>
          <a:bodyPr wrap="square" lIns="0" tIns="0" rIns="0" bIns="0" rtlCol="0" anchor="ctr"/>
          <a:lstStyle/>
          <a:p>
            <a:pPr algn="ctr" indent="0" marL="0">
              <a:buNone/>
            </a:pPr>
            <a:r>
              <a:rPr lang="en-US" sz="13000" b="1" dirty="0">
                <a:solidFill>
                  <a:srgbClr val="FFFFFF"/>
                </a:solidFill>
              </a:rPr>
              <a:t>2011.3.11</a:t>
            </a:r>
            <a:endParaRPr lang="en-US" sz="13000" dirty="0"/>
          </a:p>
        </p:txBody>
      </p:sp>
      <p:sp>
        <p:nvSpPr>
          <p:cNvPr id="3" name="Text 1"/>
          <p:cNvSpPr txBox="1"/>
          <p:nvPr/>
        </p:nvSpPr>
        <p:spPr>
          <a:xfrm>
            <a:off x="457200" y="2926080"/>
            <a:ext cx="11247120" cy="1371600"/>
          </a:xfrm>
          <a:prstGeom prst="rect">
            <a:avLst/>
          </a:prstGeom>
          <a:noFill/>
          <a:ln/>
        </p:spPr>
        <p:txBody>
          <a:bodyPr wrap="square" lIns="0" tIns="0" rIns="0" bIns="0" rtlCol="0" anchor="ctr"/>
          <a:lstStyle/>
          <a:p>
            <a:pPr algn="ctr" indent="0" marL="0">
              <a:buNone/>
            </a:pPr>
            <a:r>
              <a:rPr lang="en-US" sz="9600" b="1" dirty="0">
                <a:solidFill>
                  <a:srgbClr val="D0493C"/>
                </a:solidFill>
              </a:rPr>
              <a:t>14:46</a:t>
            </a:r>
            <a:endParaRPr lang="en-US" sz="9600" dirty="0"/>
          </a:p>
        </p:txBody>
      </p:sp>
      <p:sp>
        <p:nvSpPr>
          <p:cNvPr id="4" name="Text 2"/>
          <p:cNvSpPr txBox="1"/>
          <p:nvPr/>
        </p:nvSpPr>
        <p:spPr>
          <a:xfrm>
            <a:off x="457200" y="4663440"/>
            <a:ext cx="11247120" cy="1005840"/>
          </a:xfrm>
          <a:prstGeom prst="rect">
            <a:avLst/>
          </a:prstGeom>
          <a:noFill/>
          <a:ln/>
        </p:spPr>
        <p:txBody>
          <a:bodyPr wrap="square" lIns="0" tIns="0" rIns="0" bIns="0" rtlCol="0" anchor="ctr"/>
          <a:lstStyle/>
          <a:p>
            <a:pPr algn="ctr" indent="0" marL="0">
              <a:buNone/>
            </a:pPr>
            <a:r>
              <a:rPr lang="en-US" sz="5600" b="1" dirty="0">
                <a:solidFill>
                  <a:srgbClr val="FFFFFF"/>
                </a:solidFill>
              </a:rPr>
              <a:t>東日本大震災</a:t>
            </a:r>
            <a:endParaRPr lang="en-US" sz="5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47120" cy="914400"/>
          </a:xfrm>
          <a:prstGeom prst="rect">
            <a:avLst/>
          </a:prstGeom>
          <a:noFill/>
          <a:ln/>
        </p:spPr>
        <p:txBody>
          <a:bodyPr wrap="square" lIns="0" tIns="0" rIns="0" bIns="0" rtlCol="0" anchor="ctr"/>
          <a:lstStyle/>
          <a:p>
            <a:pPr indent="0" marL="0">
              <a:buNone/>
            </a:pPr>
            <a:r>
              <a:rPr lang="en-US" sz="4400" b="1" dirty="0">
                <a:solidFill>
                  <a:srgbClr val="FFFFFF"/>
                </a:solidFill>
              </a:rPr>
              <a:t>福島県をおそった３つのできごと</a:t>
            </a:r>
            <a:endParaRPr lang="en-US" sz="4400" dirty="0"/>
          </a:p>
        </p:txBody>
      </p:sp>
      <p:sp>
        <p:nvSpPr>
          <p:cNvPr id="3" name="event-card-0"/>
          <p:cNvSpPr/>
          <p:nvPr/>
        </p:nvSpPr>
        <p:spPr>
          <a:xfrm>
            <a:off x="403708" y="1508760"/>
            <a:ext cx="3429000" cy="4846320"/>
          </a:xfrm>
          <a:prstGeom prst="roundRect">
            <a:avLst>
              <a:gd name="adj" fmla="val 5333"/>
            </a:avLst>
          </a:prstGeom>
          <a:solidFill>
            <a:srgbClr val="232A36"/>
          </a:solidFill>
          <a:ln w="12700">
            <a:solidFill>
              <a:srgbClr val="232A36"/>
            </a:solidFill>
            <a:prstDash val="solid"/>
          </a:ln>
        </p:spPr>
      </p:sp>
      <p:pic>
        <p:nvPicPr>
          <p:cNvPr id="4" name="event-icon-0" descr="preencoded.png">    </p:cNvPr>
          <p:cNvPicPr>
            <a:picLocks noChangeAspect="1"/>
          </p:cNvPicPr>
          <p:nvPr/>
        </p:nvPicPr>
        <p:blipFill>
          <a:blip r:embed="rId1"/>
          <a:stretch>
            <a:fillRect/>
          </a:stretch>
        </p:blipFill>
        <p:spPr>
          <a:xfrm>
            <a:off x="1249528" y="1783080"/>
            <a:ext cx="1737360" cy="1737360"/>
          </a:xfrm>
          <a:prstGeom prst="rect">
            <a:avLst/>
          </a:prstGeom>
        </p:spPr>
      </p:pic>
      <p:sp>
        <p:nvSpPr>
          <p:cNvPr id="5" name="Text 2"/>
          <p:cNvSpPr txBox="1"/>
          <p:nvPr/>
        </p:nvSpPr>
        <p:spPr>
          <a:xfrm>
            <a:off x="403708" y="3703320"/>
            <a:ext cx="3429000" cy="914400"/>
          </a:xfrm>
          <a:prstGeom prst="rect">
            <a:avLst/>
          </a:prstGeom>
          <a:noFill/>
          <a:ln/>
        </p:spPr>
        <p:txBody>
          <a:bodyPr wrap="square" lIns="0" tIns="0" rIns="0" bIns="0" rtlCol="0" anchor="ctr"/>
          <a:lstStyle/>
          <a:p>
            <a:pPr algn="ctr" indent="0" marL="0">
              <a:buNone/>
            </a:pPr>
            <a:r>
              <a:rPr lang="en-US" sz="4400" b="1" dirty="0">
                <a:solidFill>
                  <a:srgbClr val="FFFFFF"/>
                </a:solidFill>
              </a:rPr>
              <a:t>大きな地震</a:t>
            </a:r>
            <a:endParaRPr lang="en-US" sz="4400" dirty="0"/>
          </a:p>
        </p:txBody>
      </p:sp>
      <p:sp>
        <p:nvSpPr>
          <p:cNvPr id="6" name="Text 3"/>
          <p:cNvSpPr txBox="1"/>
          <p:nvPr/>
        </p:nvSpPr>
        <p:spPr>
          <a:xfrm>
            <a:off x="540868" y="4663440"/>
            <a:ext cx="3154680" cy="1463040"/>
          </a:xfrm>
          <a:prstGeom prst="rect">
            <a:avLst/>
          </a:prstGeom>
          <a:noFill/>
          <a:ln/>
        </p:spPr>
        <p:txBody>
          <a:bodyPr wrap="square" lIns="0" tIns="0" rIns="0" bIns="0" rtlCol="0" anchor="ctr"/>
          <a:lstStyle/>
          <a:p>
            <a:pPr algn="ctr" indent="0" marL="0">
              <a:buNone/>
            </a:pPr>
            <a:r>
              <a:rPr lang="en-US" sz="3200" dirty="0">
                <a:solidFill>
                  <a:srgbClr val="D5DAE3"/>
                </a:solidFill>
              </a:rPr>
              <a:t>強いゆれ</a:t>
            </a:r>
            <a:endParaRPr lang="en-US" sz="3200" dirty="0"/>
          </a:p>
        </p:txBody>
      </p:sp>
      <p:sp>
        <p:nvSpPr>
          <p:cNvPr id="7" name="event-arrow-0"/>
          <p:cNvSpPr/>
          <p:nvPr/>
        </p:nvSpPr>
        <p:spPr>
          <a:xfrm>
            <a:off x="3942436" y="3611880"/>
            <a:ext cx="329184" cy="457200"/>
          </a:xfrm>
          <a:prstGeom prst="rightArrow">
            <a:avLst/>
          </a:prstGeom>
          <a:solidFill>
            <a:srgbClr val="5A6475"/>
          </a:solidFill>
          <a:ln w="12700">
            <a:solidFill>
              <a:srgbClr val="5A6475"/>
            </a:solidFill>
            <a:prstDash val="solid"/>
          </a:ln>
        </p:spPr>
      </p:sp>
      <p:sp>
        <p:nvSpPr>
          <p:cNvPr id="8" name="event-card-1"/>
          <p:cNvSpPr/>
          <p:nvPr/>
        </p:nvSpPr>
        <p:spPr>
          <a:xfrm>
            <a:off x="4381348" y="1508760"/>
            <a:ext cx="3429000" cy="4846320"/>
          </a:xfrm>
          <a:prstGeom prst="roundRect">
            <a:avLst>
              <a:gd name="adj" fmla="val 5333"/>
            </a:avLst>
          </a:prstGeom>
          <a:solidFill>
            <a:srgbClr val="232A36"/>
          </a:solidFill>
          <a:ln w="12700">
            <a:solidFill>
              <a:srgbClr val="232A36"/>
            </a:solidFill>
            <a:prstDash val="solid"/>
          </a:ln>
        </p:spPr>
      </p:sp>
      <p:pic>
        <p:nvPicPr>
          <p:cNvPr id="9" name="event-icon-1" descr="preencoded.png">    </p:cNvPr>
          <p:cNvPicPr>
            <a:picLocks noChangeAspect="1"/>
          </p:cNvPicPr>
          <p:nvPr/>
        </p:nvPicPr>
        <p:blipFill>
          <a:blip r:embed="rId2"/>
          <a:stretch>
            <a:fillRect/>
          </a:stretch>
        </p:blipFill>
        <p:spPr>
          <a:xfrm>
            <a:off x="5227168" y="1783080"/>
            <a:ext cx="1737360" cy="1737360"/>
          </a:xfrm>
          <a:prstGeom prst="rect">
            <a:avLst/>
          </a:prstGeom>
        </p:spPr>
      </p:pic>
      <p:sp>
        <p:nvSpPr>
          <p:cNvPr id="10" name="Text 6"/>
          <p:cNvSpPr txBox="1"/>
          <p:nvPr/>
        </p:nvSpPr>
        <p:spPr>
          <a:xfrm>
            <a:off x="4381348" y="3703320"/>
            <a:ext cx="3429000" cy="914400"/>
          </a:xfrm>
          <a:prstGeom prst="rect">
            <a:avLst/>
          </a:prstGeom>
          <a:noFill/>
          <a:ln/>
        </p:spPr>
        <p:txBody>
          <a:bodyPr wrap="square" lIns="0" tIns="0" rIns="0" bIns="0" rtlCol="0" anchor="ctr"/>
          <a:lstStyle/>
          <a:p>
            <a:pPr algn="ctr" indent="0" marL="0">
              <a:buNone/>
            </a:pPr>
            <a:r>
              <a:rPr lang="en-US" sz="4400" b="1" dirty="0">
                <a:solidFill>
                  <a:srgbClr val="FFFFFF"/>
                </a:solidFill>
              </a:rPr>
              <a:t>津波</a:t>
            </a:r>
            <a:endParaRPr lang="en-US" sz="4400" dirty="0"/>
          </a:p>
        </p:txBody>
      </p:sp>
      <p:sp>
        <p:nvSpPr>
          <p:cNvPr id="11" name="Text 7"/>
          <p:cNvSpPr txBox="1"/>
          <p:nvPr/>
        </p:nvSpPr>
        <p:spPr>
          <a:xfrm>
            <a:off x="4518508" y="4663440"/>
            <a:ext cx="3154680" cy="1463040"/>
          </a:xfrm>
          <a:prstGeom prst="rect">
            <a:avLst/>
          </a:prstGeom>
          <a:noFill/>
          <a:ln/>
        </p:spPr>
        <p:txBody>
          <a:bodyPr wrap="square" lIns="0" tIns="0" rIns="0" bIns="0" rtlCol="0" anchor="ctr"/>
          <a:lstStyle/>
          <a:p>
            <a:pPr algn="ctr" indent="0" marL="0">
              <a:buNone/>
            </a:pPr>
            <a:r>
              <a:rPr lang="en-US" sz="3200" dirty="0">
                <a:solidFill>
                  <a:srgbClr val="D5DAE3"/>
                </a:solidFill>
              </a:rPr>
              <a:t>海ぞいの町へ</a:t>
            </a:r>
            <a:endParaRPr lang="en-US" sz="3200" dirty="0"/>
          </a:p>
        </p:txBody>
      </p:sp>
      <p:sp>
        <p:nvSpPr>
          <p:cNvPr id="12" name="event-arrow-1"/>
          <p:cNvSpPr/>
          <p:nvPr/>
        </p:nvSpPr>
        <p:spPr>
          <a:xfrm>
            <a:off x="7920076" y="3611880"/>
            <a:ext cx="329184" cy="457200"/>
          </a:xfrm>
          <a:prstGeom prst="rightArrow">
            <a:avLst/>
          </a:prstGeom>
          <a:solidFill>
            <a:srgbClr val="5A6475"/>
          </a:solidFill>
          <a:ln w="12700">
            <a:solidFill>
              <a:srgbClr val="5A6475"/>
            </a:solidFill>
            <a:prstDash val="solid"/>
          </a:ln>
        </p:spPr>
      </p:sp>
      <p:sp>
        <p:nvSpPr>
          <p:cNvPr id="13" name="event-card-2"/>
          <p:cNvSpPr/>
          <p:nvPr/>
        </p:nvSpPr>
        <p:spPr>
          <a:xfrm>
            <a:off x="8358988" y="1508760"/>
            <a:ext cx="3429000" cy="4846320"/>
          </a:xfrm>
          <a:prstGeom prst="roundRect">
            <a:avLst>
              <a:gd name="adj" fmla="val 5333"/>
            </a:avLst>
          </a:prstGeom>
          <a:solidFill>
            <a:srgbClr val="232A36"/>
          </a:solidFill>
          <a:ln w="12700">
            <a:solidFill>
              <a:srgbClr val="232A36"/>
            </a:solidFill>
            <a:prstDash val="solid"/>
          </a:ln>
        </p:spPr>
      </p:sp>
      <p:pic>
        <p:nvPicPr>
          <p:cNvPr id="14" name="event-icon-2" descr="preencoded.png">    </p:cNvPr>
          <p:cNvPicPr>
            <a:picLocks noChangeAspect="1"/>
          </p:cNvPicPr>
          <p:nvPr/>
        </p:nvPicPr>
        <p:blipFill>
          <a:blip r:embed="rId3"/>
          <a:stretch>
            <a:fillRect/>
          </a:stretch>
        </p:blipFill>
        <p:spPr>
          <a:xfrm>
            <a:off x="9204808" y="1783080"/>
            <a:ext cx="1737360" cy="1737360"/>
          </a:xfrm>
          <a:prstGeom prst="rect">
            <a:avLst/>
          </a:prstGeom>
        </p:spPr>
      </p:pic>
      <p:sp>
        <p:nvSpPr>
          <p:cNvPr id="15" name="Text 10"/>
          <p:cNvSpPr txBox="1"/>
          <p:nvPr/>
        </p:nvSpPr>
        <p:spPr>
          <a:xfrm>
            <a:off x="8358988" y="3703320"/>
            <a:ext cx="3429000" cy="914400"/>
          </a:xfrm>
          <a:prstGeom prst="rect">
            <a:avLst/>
          </a:prstGeom>
          <a:noFill/>
          <a:ln/>
        </p:spPr>
        <p:txBody>
          <a:bodyPr wrap="square" lIns="0" tIns="0" rIns="0" bIns="0" rtlCol="0" anchor="ctr"/>
          <a:lstStyle/>
          <a:p>
            <a:pPr algn="ctr" indent="0" marL="0">
              <a:buNone/>
            </a:pPr>
            <a:r>
              <a:rPr lang="en-US" sz="4400" b="1" dirty="0">
                <a:solidFill>
                  <a:srgbClr val="F2C14E"/>
                </a:solidFill>
              </a:rPr>
              <a:t>原発事故</a:t>
            </a:r>
            <a:endParaRPr lang="en-US" sz="4400" dirty="0"/>
          </a:p>
        </p:txBody>
      </p:sp>
      <p:sp>
        <p:nvSpPr>
          <p:cNvPr id="16" name="Text 11"/>
          <p:cNvSpPr txBox="1"/>
          <p:nvPr/>
        </p:nvSpPr>
        <p:spPr>
          <a:xfrm>
            <a:off x="8496148" y="4663440"/>
            <a:ext cx="3154680" cy="1463040"/>
          </a:xfrm>
          <a:prstGeom prst="rect">
            <a:avLst/>
          </a:prstGeom>
          <a:noFill/>
          <a:ln/>
        </p:spPr>
        <p:txBody>
          <a:bodyPr wrap="square" lIns="0" tIns="0" rIns="0" bIns="0" rtlCol="0" anchor="ctr"/>
          <a:lstStyle/>
          <a:p>
            <a:pPr algn="ctr" indent="0" marL="0">
              <a:buNone/>
            </a:pPr>
            <a:r>
              <a:rPr lang="en-US" sz="3200" dirty="0">
                <a:solidFill>
                  <a:srgbClr val="D5DAE3"/>
                </a:solidFill>
              </a:rPr>
              <a:t>放射性物質が</a:t>
            </a:r>
            <a:endParaRPr lang="en-US" sz="3200" dirty="0"/>
          </a:p>
          <a:p>
            <a:pPr algn="ctr" indent="0" marL="0">
              <a:buNone/>
            </a:pPr>
            <a:r>
              <a:rPr lang="en-US" sz="3200" dirty="0">
                <a:solidFill>
                  <a:srgbClr val="D5DAE3"/>
                </a:solidFill>
              </a:rPr>
              <a:t>外へ出た</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わたしたちが学んだ場所</a:t>
            </a:r>
            <a:endParaRPr lang="en-US" sz="4400" dirty="0"/>
          </a:p>
        </p:txBody>
      </p:sp>
      <p:sp>
        <p:nvSpPr>
          <p:cNvPr id="3" name="learn-card-0"/>
          <p:cNvSpPr/>
          <p:nvPr/>
        </p:nvSpPr>
        <p:spPr>
          <a:xfrm>
            <a:off x="449428" y="1417320"/>
            <a:ext cx="3520440" cy="3611880"/>
          </a:xfrm>
          <a:prstGeom prst="roundRect">
            <a:avLst>
              <a:gd name="adj" fmla="val 5195"/>
            </a:avLst>
          </a:prstGeom>
          <a:solidFill>
            <a:schemeClr val="bg2"/>
          </a:solidFill>
          <a:ln w="12700">
            <a:solidFill>
              <a:schemeClr val="bg2"/>
            </a:solidFill>
            <a:prstDash val="solid"/>
          </a:ln>
        </p:spPr>
      </p:sp>
      <p:sp>
        <p:nvSpPr>
          <p:cNvPr id="4" name="learn-circle-0"/>
          <p:cNvSpPr/>
          <p:nvPr/>
        </p:nvSpPr>
        <p:spPr>
          <a:xfrm>
            <a:off x="1523848" y="1645920"/>
            <a:ext cx="1371600" cy="1371600"/>
          </a:xfrm>
          <a:prstGeom prst="ellipse">
            <a:avLst/>
          </a:prstGeom>
          <a:solidFill>
            <a:schemeClr val="tx2"/>
          </a:solidFill>
          <a:ln w="12700">
            <a:solidFill>
              <a:schemeClr val="tx2"/>
            </a:solidFill>
            <a:prstDash val="solid"/>
          </a:ln>
        </p:spPr>
      </p:sp>
      <p:pic>
        <p:nvPicPr>
          <p:cNvPr id="5" name="learn-icon-0" descr="preencoded.png">    </p:cNvPr>
          <p:cNvPicPr>
            <a:picLocks noChangeAspect="1"/>
          </p:cNvPicPr>
          <p:nvPr/>
        </p:nvPicPr>
        <p:blipFill>
          <a:blip r:embed="rId1"/>
          <a:stretch>
            <a:fillRect/>
          </a:stretch>
        </p:blipFill>
        <p:spPr>
          <a:xfrm>
            <a:off x="1821028" y="1938528"/>
            <a:ext cx="777240" cy="777240"/>
          </a:xfrm>
          <a:prstGeom prst="rect">
            <a:avLst/>
          </a:prstGeom>
        </p:spPr>
      </p:pic>
      <p:sp>
        <p:nvSpPr>
          <p:cNvPr id="6" name="Text 3"/>
          <p:cNvSpPr txBox="1"/>
          <p:nvPr/>
        </p:nvSpPr>
        <p:spPr>
          <a:xfrm>
            <a:off x="586588" y="3200400"/>
            <a:ext cx="3246120" cy="1645920"/>
          </a:xfrm>
          <a:prstGeom prst="rect">
            <a:avLst/>
          </a:prstGeom>
          <a:noFill/>
          <a:ln/>
        </p:spPr>
        <p:txBody>
          <a:bodyPr wrap="square" lIns="0" tIns="0" rIns="0" bIns="0" rtlCol="0" anchor="ctr"/>
          <a:lstStyle/>
          <a:p>
            <a:pPr algn="ctr" indent="0" marL="0">
              <a:buNone/>
            </a:pPr>
            <a:r>
              <a:rPr lang="en-US" sz="3600" b="1" dirty="0">
                <a:solidFill>
                  <a:schemeClr val="tx2"/>
                </a:solidFill>
              </a:rPr>
              <a:t>語り部さん</a:t>
            </a:r>
            <a:endParaRPr lang="en-US" sz="3600" dirty="0"/>
          </a:p>
          <a:p>
            <a:pPr algn="ctr" indent="0" marL="0">
              <a:buNone/>
            </a:pPr>
            <a:r>
              <a:rPr lang="en-US" sz="3600" b="1" dirty="0">
                <a:solidFill>
                  <a:schemeClr val="tx2"/>
                </a:solidFill>
              </a:rPr>
              <a:t>のお話</a:t>
            </a:r>
            <a:endParaRPr lang="en-US" sz="3600" dirty="0"/>
          </a:p>
        </p:txBody>
      </p:sp>
      <p:sp>
        <p:nvSpPr>
          <p:cNvPr id="7" name="learn-card-1"/>
          <p:cNvSpPr/>
          <p:nvPr/>
        </p:nvSpPr>
        <p:spPr>
          <a:xfrm>
            <a:off x="4335628" y="1417320"/>
            <a:ext cx="3520440" cy="3611880"/>
          </a:xfrm>
          <a:prstGeom prst="roundRect">
            <a:avLst>
              <a:gd name="adj" fmla="val 5195"/>
            </a:avLst>
          </a:prstGeom>
          <a:solidFill>
            <a:schemeClr val="bg2"/>
          </a:solidFill>
          <a:ln w="12700">
            <a:solidFill>
              <a:schemeClr val="bg2"/>
            </a:solidFill>
            <a:prstDash val="solid"/>
          </a:ln>
        </p:spPr>
      </p:sp>
      <p:sp>
        <p:nvSpPr>
          <p:cNvPr id="8" name="learn-circle-1"/>
          <p:cNvSpPr/>
          <p:nvPr/>
        </p:nvSpPr>
        <p:spPr>
          <a:xfrm>
            <a:off x="5410048" y="1645920"/>
            <a:ext cx="1371600" cy="1371600"/>
          </a:xfrm>
          <a:prstGeom prst="ellipse">
            <a:avLst/>
          </a:prstGeom>
          <a:solidFill>
            <a:schemeClr val="tx2"/>
          </a:solidFill>
          <a:ln w="12700">
            <a:solidFill>
              <a:schemeClr val="tx2"/>
            </a:solidFill>
            <a:prstDash val="solid"/>
          </a:ln>
        </p:spPr>
      </p:sp>
      <p:pic>
        <p:nvPicPr>
          <p:cNvPr id="9" name="learn-icon-1" descr="preencoded.png">    </p:cNvPr>
          <p:cNvPicPr>
            <a:picLocks noChangeAspect="1"/>
          </p:cNvPicPr>
          <p:nvPr/>
        </p:nvPicPr>
        <p:blipFill>
          <a:blip r:embed="rId2"/>
          <a:stretch>
            <a:fillRect/>
          </a:stretch>
        </p:blipFill>
        <p:spPr>
          <a:xfrm>
            <a:off x="5707228" y="1938528"/>
            <a:ext cx="777240" cy="777240"/>
          </a:xfrm>
          <a:prstGeom prst="rect">
            <a:avLst/>
          </a:prstGeom>
        </p:spPr>
      </p:pic>
      <p:sp>
        <p:nvSpPr>
          <p:cNvPr id="10" name="Text 6"/>
          <p:cNvSpPr txBox="1"/>
          <p:nvPr/>
        </p:nvSpPr>
        <p:spPr>
          <a:xfrm>
            <a:off x="4472788" y="3200400"/>
            <a:ext cx="3246120" cy="1645920"/>
          </a:xfrm>
          <a:prstGeom prst="rect">
            <a:avLst/>
          </a:prstGeom>
          <a:noFill/>
          <a:ln/>
        </p:spPr>
        <p:txBody>
          <a:bodyPr wrap="square" lIns="0" tIns="0" rIns="0" bIns="0" rtlCol="0" anchor="ctr"/>
          <a:lstStyle/>
          <a:p>
            <a:pPr algn="ctr" indent="0" marL="0">
              <a:buNone/>
            </a:pPr>
            <a:r>
              <a:rPr lang="en-US" sz="3600" b="1" dirty="0">
                <a:solidFill>
                  <a:schemeClr val="tx2"/>
                </a:solidFill>
              </a:rPr>
              <a:t>いわき震災</a:t>
            </a:r>
            <a:endParaRPr lang="en-US" sz="3600" dirty="0"/>
          </a:p>
          <a:p>
            <a:pPr algn="ctr" indent="0" marL="0">
              <a:buNone/>
            </a:pPr>
            <a:r>
              <a:rPr lang="en-US" sz="3600" b="1" dirty="0">
                <a:solidFill>
                  <a:schemeClr val="tx2"/>
                </a:solidFill>
              </a:rPr>
              <a:t>伝承みらい館</a:t>
            </a:r>
            <a:endParaRPr lang="en-US" sz="3600" dirty="0"/>
          </a:p>
        </p:txBody>
      </p:sp>
      <p:sp>
        <p:nvSpPr>
          <p:cNvPr id="11" name="learn-card-2"/>
          <p:cNvSpPr/>
          <p:nvPr/>
        </p:nvSpPr>
        <p:spPr>
          <a:xfrm>
            <a:off x="8221828" y="1417320"/>
            <a:ext cx="3520440" cy="3611880"/>
          </a:xfrm>
          <a:prstGeom prst="roundRect">
            <a:avLst>
              <a:gd name="adj" fmla="val 5195"/>
            </a:avLst>
          </a:prstGeom>
          <a:solidFill>
            <a:schemeClr val="bg2"/>
          </a:solidFill>
          <a:ln w="12700">
            <a:solidFill>
              <a:schemeClr val="bg2"/>
            </a:solidFill>
            <a:prstDash val="solid"/>
          </a:ln>
        </p:spPr>
      </p:sp>
      <p:sp>
        <p:nvSpPr>
          <p:cNvPr id="12" name="learn-circle-2"/>
          <p:cNvSpPr/>
          <p:nvPr/>
        </p:nvSpPr>
        <p:spPr>
          <a:xfrm>
            <a:off x="9296248" y="1645920"/>
            <a:ext cx="1371600" cy="1371600"/>
          </a:xfrm>
          <a:prstGeom prst="ellipse">
            <a:avLst/>
          </a:prstGeom>
          <a:solidFill>
            <a:schemeClr val="tx2"/>
          </a:solidFill>
          <a:ln w="12700">
            <a:solidFill>
              <a:schemeClr val="tx2"/>
            </a:solidFill>
            <a:prstDash val="solid"/>
          </a:ln>
        </p:spPr>
      </p:sp>
      <p:pic>
        <p:nvPicPr>
          <p:cNvPr id="13" name="learn-icon-2" descr="preencoded.png">    </p:cNvPr>
          <p:cNvPicPr>
            <a:picLocks noChangeAspect="1"/>
          </p:cNvPicPr>
          <p:nvPr/>
        </p:nvPicPr>
        <p:blipFill>
          <a:blip r:embed="rId3"/>
          <a:stretch>
            <a:fillRect/>
          </a:stretch>
        </p:blipFill>
        <p:spPr>
          <a:xfrm>
            <a:off x="9593428" y="1938528"/>
            <a:ext cx="777240" cy="777240"/>
          </a:xfrm>
          <a:prstGeom prst="rect">
            <a:avLst/>
          </a:prstGeom>
        </p:spPr>
      </p:pic>
      <p:sp>
        <p:nvSpPr>
          <p:cNvPr id="14" name="Text 9"/>
          <p:cNvSpPr txBox="1"/>
          <p:nvPr/>
        </p:nvSpPr>
        <p:spPr>
          <a:xfrm>
            <a:off x="8358988" y="3200400"/>
            <a:ext cx="3246120" cy="1645920"/>
          </a:xfrm>
          <a:prstGeom prst="rect">
            <a:avLst/>
          </a:prstGeom>
          <a:noFill/>
          <a:ln/>
        </p:spPr>
        <p:txBody>
          <a:bodyPr wrap="square" lIns="0" tIns="0" rIns="0" bIns="0" rtlCol="0" anchor="ctr"/>
          <a:lstStyle/>
          <a:p>
            <a:pPr algn="ctr" indent="0" marL="0">
              <a:buNone/>
            </a:pPr>
            <a:r>
              <a:rPr lang="en-US" sz="3600" b="1" dirty="0">
                <a:solidFill>
                  <a:schemeClr val="tx2"/>
                </a:solidFill>
              </a:rPr>
              <a:t>コミュタン</a:t>
            </a:r>
            <a:endParaRPr lang="en-US" sz="3600" dirty="0"/>
          </a:p>
          <a:p>
            <a:pPr algn="ctr" indent="0" marL="0">
              <a:buNone/>
            </a:pPr>
            <a:r>
              <a:rPr lang="en-US" sz="3600" b="1" dirty="0">
                <a:solidFill>
                  <a:schemeClr val="tx2"/>
                </a:solidFill>
              </a:rPr>
              <a:t>福島</a:t>
            </a:r>
            <a:endParaRPr lang="en-US" sz="3600" dirty="0"/>
          </a:p>
        </p:txBody>
      </p:sp>
      <p:sp>
        <p:nvSpPr>
          <p:cNvPr id="15" name="learn-msg"/>
          <p:cNvSpPr/>
          <p:nvPr/>
        </p:nvSpPr>
        <p:spPr>
          <a:xfrm>
            <a:off x="457200" y="5349240"/>
            <a:ext cx="11247120" cy="1143000"/>
          </a:xfrm>
          <a:prstGeom prst="roundRect">
            <a:avLst>
              <a:gd name="adj" fmla="val 16000"/>
            </a:avLst>
          </a:prstGeom>
          <a:solidFill>
            <a:schemeClr val="accent1">
              <a:alpha val="30000"/>
            </a:schemeClr>
          </a:solidFill>
          <a:ln w="12700">
            <a:solidFill>
              <a:schemeClr val="accent1">
                <a:alpha val="0"/>
              </a:schemeClr>
            </a:solidFill>
            <a:prstDash val="solid"/>
          </a:ln>
        </p:spPr>
      </p:sp>
      <p:sp>
        <p:nvSpPr>
          <p:cNvPr id="16" name="Text 11"/>
          <p:cNvSpPr txBox="1"/>
          <p:nvPr/>
        </p:nvSpPr>
        <p:spPr>
          <a:xfrm>
            <a:off x="457200" y="5349240"/>
            <a:ext cx="11247120" cy="1143000"/>
          </a:xfrm>
          <a:prstGeom prst="rect">
            <a:avLst/>
          </a:prstGeom>
          <a:noFill/>
          <a:ln/>
        </p:spPr>
        <p:txBody>
          <a:bodyPr wrap="square" lIns="0" tIns="0" rIns="0" bIns="0" rtlCol="0" anchor="ctr"/>
          <a:lstStyle/>
          <a:p>
            <a:pPr algn="ctr" indent="0" marL="0">
              <a:buNone/>
            </a:pPr>
            <a:r>
              <a:rPr lang="en-US" sz="3200" b="1" dirty="0">
                <a:solidFill>
                  <a:schemeClr val="tx1"/>
                </a:solidFill>
              </a:rPr>
              <a:t>地震や津波は、多くの人のくらしに影響をあたえた</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「風評被害」とは？</a:t>
            </a:r>
            <a:endParaRPr lang="en-US" sz="4400" dirty="0"/>
          </a:p>
        </p:txBody>
      </p:sp>
      <p:sp>
        <p:nvSpPr>
          <p:cNvPr id="3" name="fuhyo-step-0"/>
          <p:cNvSpPr/>
          <p:nvPr/>
        </p:nvSpPr>
        <p:spPr>
          <a:xfrm>
            <a:off x="403708" y="1417320"/>
            <a:ext cx="3429000" cy="2743200"/>
          </a:xfrm>
          <a:prstGeom prst="roundRect">
            <a:avLst>
              <a:gd name="adj" fmla="val 6667"/>
            </a:avLst>
          </a:prstGeom>
          <a:solidFill>
            <a:schemeClr val="bg2"/>
          </a:solidFill>
          <a:ln w="12700">
            <a:solidFill>
              <a:schemeClr val="bg2"/>
            </a:solidFill>
            <a:prstDash val="solid"/>
          </a:ln>
        </p:spPr>
      </p:sp>
      <p:sp>
        <p:nvSpPr>
          <p:cNvPr id="4" name="Text 2"/>
          <p:cNvSpPr txBox="1"/>
          <p:nvPr/>
        </p:nvSpPr>
        <p:spPr>
          <a:xfrm>
            <a:off x="540868" y="1417320"/>
            <a:ext cx="3154680" cy="2743200"/>
          </a:xfrm>
          <a:prstGeom prst="rect">
            <a:avLst/>
          </a:prstGeom>
          <a:noFill/>
          <a:ln/>
        </p:spPr>
        <p:txBody>
          <a:bodyPr wrap="square" lIns="0" tIns="0" rIns="0" bIns="0" rtlCol="0" anchor="ctr"/>
          <a:lstStyle/>
          <a:p>
            <a:pPr algn="ctr" indent="0" marL="0">
              <a:buNone/>
            </a:pPr>
            <a:r>
              <a:rPr lang="en-US" sz="3600" b="1" dirty="0">
                <a:solidFill>
                  <a:schemeClr val="tx1"/>
                </a:solidFill>
              </a:rPr>
              <a:t>放射性物質</a:t>
            </a:r>
            <a:endParaRPr lang="en-US" sz="3600" dirty="0"/>
          </a:p>
          <a:p>
            <a:pPr algn="ctr" indent="0" marL="0">
              <a:buNone/>
            </a:pPr>
            <a:r>
              <a:rPr lang="en-US" sz="3600" b="1" dirty="0">
                <a:solidFill>
                  <a:schemeClr val="tx1"/>
                </a:solidFill>
              </a:rPr>
              <a:t>への不安</a:t>
            </a:r>
            <a:endParaRPr lang="en-US" sz="3600" dirty="0"/>
          </a:p>
        </p:txBody>
      </p:sp>
      <p:sp>
        <p:nvSpPr>
          <p:cNvPr id="5" name="fuhyo-arrow-0"/>
          <p:cNvSpPr/>
          <p:nvPr/>
        </p:nvSpPr>
        <p:spPr>
          <a:xfrm>
            <a:off x="3942436" y="2560320"/>
            <a:ext cx="329184" cy="457200"/>
          </a:xfrm>
          <a:prstGeom prst="rightArrow">
            <a:avLst/>
          </a:prstGeom>
          <a:solidFill>
            <a:schemeClr val="tx2"/>
          </a:solidFill>
          <a:ln w="12700">
            <a:solidFill>
              <a:schemeClr val="tx2"/>
            </a:solidFill>
            <a:prstDash val="solid"/>
          </a:ln>
        </p:spPr>
      </p:sp>
      <p:sp>
        <p:nvSpPr>
          <p:cNvPr id="6" name="fuhyo-step-1"/>
          <p:cNvSpPr/>
          <p:nvPr/>
        </p:nvSpPr>
        <p:spPr>
          <a:xfrm>
            <a:off x="4381348" y="1417320"/>
            <a:ext cx="3429000" cy="2743200"/>
          </a:xfrm>
          <a:prstGeom prst="roundRect">
            <a:avLst>
              <a:gd name="adj" fmla="val 6667"/>
            </a:avLst>
          </a:prstGeom>
          <a:solidFill>
            <a:schemeClr val="bg2"/>
          </a:solidFill>
          <a:ln w="12700">
            <a:solidFill>
              <a:schemeClr val="bg2"/>
            </a:solidFill>
            <a:prstDash val="solid"/>
          </a:ln>
        </p:spPr>
      </p:sp>
      <p:sp>
        <p:nvSpPr>
          <p:cNvPr id="7" name="Text 5"/>
          <p:cNvSpPr txBox="1"/>
          <p:nvPr/>
        </p:nvSpPr>
        <p:spPr>
          <a:xfrm>
            <a:off x="4518508" y="1417320"/>
            <a:ext cx="3154680" cy="2743200"/>
          </a:xfrm>
          <a:prstGeom prst="rect">
            <a:avLst/>
          </a:prstGeom>
          <a:noFill/>
          <a:ln/>
        </p:spPr>
        <p:txBody>
          <a:bodyPr wrap="square" lIns="0" tIns="0" rIns="0" bIns="0" rtlCol="0" anchor="ctr"/>
          <a:lstStyle/>
          <a:p>
            <a:pPr algn="ctr" indent="0" marL="0">
              <a:buNone/>
            </a:pPr>
            <a:r>
              <a:rPr lang="en-US" sz="3600" b="1" dirty="0">
                <a:solidFill>
                  <a:schemeClr val="tx1"/>
                </a:solidFill>
              </a:rPr>
              <a:t>思いこみ</a:t>
            </a:r>
            <a:endParaRPr lang="en-US" sz="3600" dirty="0"/>
          </a:p>
          <a:p>
            <a:pPr algn="ctr" indent="0" marL="0">
              <a:buNone/>
            </a:pPr>
            <a:r>
              <a:rPr lang="en-US" sz="3600" b="1" dirty="0">
                <a:solidFill>
                  <a:schemeClr val="tx1"/>
                </a:solidFill>
              </a:rPr>
              <a:t>・誤解</a:t>
            </a:r>
            <a:endParaRPr lang="en-US" sz="3600" dirty="0"/>
          </a:p>
        </p:txBody>
      </p:sp>
      <p:sp>
        <p:nvSpPr>
          <p:cNvPr id="8" name="fuhyo-arrow-1"/>
          <p:cNvSpPr/>
          <p:nvPr/>
        </p:nvSpPr>
        <p:spPr>
          <a:xfrm>
            <a:off x="7920076" y="2560320"/>
            <a:ext cx="329184" cy="457200"/>
          </a:xfrm>
          <a:prstGeom prst="rightArrow">
            <a:avLst/>
          </a:prstGeom>
          <a:solidFill>
            <a:schemeClr val="tx2"/>
          </a:solidFill>
          <a:ln w="12700">
            <a:solidFill>
              <a:schemeClr val="tx2"/>
            </a:solidFill>
            <a:prstDash val="solid"/>
          </a:ln>
        </p:spPr>
      </p:sp>
      <p:sp>
        <p:nvSpPr>
          <p:cNvPr id="9" name="fuhyo-step-2"/>
          <p:cNvSpPr/>
          <p:nvPr/>
        </p:nvSpPr>
        <p:spPr>
          <a:xfrm>
            <a:off x="8358988" y="1417320"/>
            <a:ext cx="3429000" cy="2743200"/>
          </a:xfrm>
          <a:prstGeom prst="roundRect">
            <a:avLst>
              <a:gd name="adj" fmla="val 6667"/>
            </a:avLst>
          </a:prstGeom>
          <a:solidFill>
            <a:schemeClr val="accent3"/>
          </a:solidFill>
          <a:ln w="12700">
            <a:solidFill>
              <a:schemeClr val="accent3"/>
            </a:solidFill>
            <a:prstDash val="solid"/>
          </a:ln>
        </p:spPr>
      </p:sp>
      <p:sp>
        <p:nvSpPr>
          <p:cNvPr id="10" name="Text 8"/>
          <p:cNvSpPr txBox="1"/>
          <p:nvPr/>
        </p:nvSpPr>
        <p:spPr>
          <a:xfrm>
            <a:off x="8496148" y="1417320"/>
            <a:ext cx="3154680" cy="2743200"/>
          </a:xfrm>
          <a:prstGeom prst="rect">
            <a:avLst/>
          </a:prstGeom>
          <a:noFill/>
          <a:ln/>
        </p:spPr>
        <p:txBody>
          <a:bodyPr wrap="square" lIns="0" tIns="0" rIns="0" bIns="0" rtlCol="0" anchor="ctr"/>
          <a:lstStyle/>
          <a:p>
            <a:pPr algn="ctr" indent="0" marL="0">
              <a:buNone/>
            </a:pPr>
            <a:r>
              <a:rPr lang="en-US" sz="3600" b="1" dirty="0">
                <a:solidFill>
                  <a:schemeClr val="bg1"/>
                </a:solidFill>
              </a:rPr>
              <a:t>安全な</a:t>
            </a:r>
            <a:endParaRPr lang="en-US" sz="3600" dirty="0"/>
          </a:p>
          <a:p>
            <a:pPr algn="ctr" indent="0" marL="0">
              <a:buNone/>
            </a:pPr>
            <a:r>
              <a:rPr lang="en-US" sz="3600" b="1" dirty="0">
                <a:solidFill>
                  <a:schemeClr val="bg1"/>
                </a:solidFill>
              </a:rPr>
              <a:t>お米や野菜も</a:t>
            </a:r>
            <a:endParaRPr lang="en-US" sz="3600" dirty="0"/>
          </a:p>
          <a:p>
            <a:pPr algn="ctr" indent="0" marL="0">
              <a:buNone/>
            </a:pPr>
            <a:r>
              <a:rPr lang="en-US" sz="3600" b="1" dirty="0">
                <a:solidFill>
                  <a:schemeClr val="bg1"/>
                </a:solidFill>
              </a:rPr>
              <a:t>売れない</a:t>
            </a:r>
            <a:endParaRPr lang="en-US" sz="3600" dirty="0"/>
          </a:p>
        </p:txBody>
      </p:sp>
      <p:sp>
        <p:nvSpPr>
          <p:cNvPr id="11" name="fuhyo-def"/>
          <p:cNvSpPr/>
          <p:nvPr/>
        </p:nvSpPr>
        <p:spPr>
          <a:xfrm>
            <a:off x="457200" y="4480560"/>
            <a:ext cx="11247120" cy="2011680"/>
          </a:xfrm>
          <a:prstGeom prst="roundRect">
            <a:avLst>
              <a:gd name="adj" fmla="val 9091"/>
            </a:avLst>
          </a:prstGeom>
          <a:solidFill>
            <a:schemeClr val="tx2"/>
          </a:solidFill>
          <a:ln w="12700">
            <a:solidFill>
              <a:schemeClr val="tx2"/>
            </a:solidFill>
            <a:prstDash val="solid"/>
          </a:ln>
        </p:spPr>
      </p:sp>
      <p:sp>
        <p:nvSpPr>
          <p:cNvPr id="12" name="Text 10"/>
          <p:cNvSpPr txBox="1"/>
          <p:nvPr/>
        </p:nvSpPr>
        <p:spPr>
          <a:xfrm>
            <a:off x="457200" y="4480560"/>
            <a:ext cx="11247120" cy="2011680"/>
          </a:xfrm>
          <a:prstGeom prst="rect">
            <a:avLst/>
          </a:prstGeom>
          <a:noFill/>
          <a:ln/>
        </p:spPr>
        <p:txBody>
          <a:bodyPr wrap="square" lIns="0" tIns="0" rIns="0" bIns="0" rtlCol="0" anchor="ctr"/>
          <a:lstStyle/>
          <a:p>
            <a:pPr algn="ctr" indent="0" marL="0">
              <a:lnSpc>
                <a:spcPct val="110000"/>
              </a:lnSpc>
              <a:buNone/>
            </a:pPr>
            <a:r>
              <a:rPr lang="en-US" sz="3200" dirty="0">
                <a:solidFill>
                  <a:schemeClr val="bg1"/>
                </a:solidFill>
              </a:rPr>
              <a:t>思いこみや誤解で、農産物が売れにくくなること</a:t>
            </a:r>
            <a:endParaRPr lang="en-US" sz="3200" dirty="0"/>
          </a:p>
          <a:p>
            <a:pPr algn="ctr" indent="0" marL="0">
              <a:lnSpc>
                <a:spcPct val="110000"/>
              </a:lnSpc>
              <a:buNone/>
            </a:pPr>
            <a:r>
              <a:rPr lang="en-US" sz="5600" b="1" dirty="0">
                <a:solidFill>
                  <a:schemeClr val="accent1"/>
                </a:solidFill>
              </a:rPr>
              <a:t>＝ 風評被害</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q-icon" descr="preencoded.png">    </p:cNvPr>
          <p:cNvPicPr>
            <a:picLocks noChangeAspect="1"/>
          </p:cNvPicPr>
          <p:nvPr/>
        </p:nvPicPr>
        <p:blipFill>
          <a:blip r:embed="rId1"/>
          <a:stretch>
            <a:fillRect/>
          </a:stretch>
        </p:blipFill>
        <p:spPr>
          <a:xfrm>
            <a:off x="5413248" y="640080"/>
            <a:ext cx="1371600" cy="1371600"/>
          </a:xfrm>
          <a:prstGeom prst="rect">
            <a:avLst/>
          </a:prstGeom>
        </p:spPr>
      </p:pic>
      <p:sp>
        <p:nvSpPr>
          <p:cNvPr id="3" name="Text 0"/>
          <p:cNvSpPr txBox="1"/>
          <p:nvPr/>
        </p:nvSpPr>
        <p:spPr>
          <a:xfrm>
            <a:off x="457200" y="2286000"/>
            <a:ext cx="11247120" cy="2377440"/>
          </a:xfrm>
          <a:prstGeom prst="rect">
            <a:avLst/>
          </a:prstGeom>
          <a:noFill/>
          <a:ln/>
        </p:spPr>
        <p:txBody>
          <a:bodyPr wrap="square" lIns="0" tIns="0" rIns="0" bIns="0" rtlCol="0" anchor="ctr"/>
          <a:lstStyle/>
          <a:p>
            <a:pPr algn="ctr" indent="0" marL="0">
              <a:lnSpc>
                <a:spcPct val="120000"/>
              </a:lnSpc>
              <a:buNone/>
            </a:pPr>
            <a:r>
              <a:rPr lang="en-US" sz="4400" b="1" dirty="0">
                <a:solidFill>
                  <a:schemeClr val="bg1"/>
                </a:solidFill>
              </a:rPr>
              <a:t>福島県には、どんな課題がある？</a:t>
            </a:r>
            <a:endParaRPr lang="en-US" sz="4400" dirty="0"/>
          </a:p>
          <a:p>
            <a:pPr algn="ctr" indent="0" marL="0">
              <a:lnSpc>
                <a:spcPct val="120000"/>
              </a:lnSpc>
              <a:buNone/>
            </a:pPr>
            <a:r>
              <a:rPr lang="en-US" sz="4400" b="1" dirty="0">
                <a:solidFill>
                  <a:schemeClr val="bg1"/>
                </a:solidFill>
              </a:rPr>
              <a:t>人々はどんな思いで過ごしてきた？</a:t>
            </a:r>
            <a:endParaRPr lang="en-US" sz="4400" dirty="0"/>
          </a:p>
        </p:txBody>
      </p:sp>
      <p:sp>
        <p:nvSpPr>
          <p:cNvPr id="4" name="Text 1"/>
          <p:cNvSpPr txBox="1"/>
          <p:nvPr/>
        </p:nvSpPr>
        <p:spPr>
          <a:xfrm>
            <a:off x="457200" y="5029200"/>
            <a:ext cx="11247120" cy="1005840"/>
          </a:xfrm>
          <a:prstGeom prst="rect">
            <a:avLst/>
          </a:prstGeom>
          <a:noFill/>
          <a:ln/>
        </p:spPr>
        <p:txBody>
          <a:bodyPr wrap="square" lIns="0" tIns="0" rIns="0" bIns="0" rtlCol="0" anchor="ctr"/>
          <a:lstStyle/>
          <a:p>
            <a:pPr algn="ctr" indent="0" marL="0">
              <a:buNone/>
            </a:pPr>
            <a:r>
              <a:rPr lang="en-US" sz="3600" b="1" dirty="0">
                <a:solidFill>
                  <a:schemeClr val="accent1"/>
                </a:solidFill>
              </a:rPr>
              <a:t>わたしたちが調べました！</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まゆみお米レンジャー、登場！</a:t>
            </a:r>
            <a:endParaRPr lang="en-US" sz="4400" dirty="0"/>
          </a:p>
        </p:txBody>
      </p:sp>
      <p:sp>
        <p:nvSpPr>
          <p:cNvPr id="3" name="Text 1"/>
          <p:cNvSpPr txBox="1"/>
          <p:nvPr/>
        </p:nvSpPr>
        <p:spPr>
          <a:xfrm>
            <a:off x="457200" y="1234440"/>
            <a:ext cx="11247120" cy="731520"/>
          </a:xfrm>
          <a:prstGeom prst="rect">
            <a:avLst/>
          </a:prstGeom>
          <a:noFill/>
          <a:ln/>
        </p:spPr>
        <p:txBody>
          <a:bodyPr wrap="square" lIns="0" tIns="0" rIns="0" bIns="0" rtlCol="0" anchor="ctr"/>
          <a:lstStyle/>
          <a:p>
            <a:pPr algn="ctr" indent="0" marL="0">
              <a:buNone/>
            </a:pPr>
            <a:r>
              <a:rPr lang="en-US" sz="3200" dirty="0">
                <a:solidFill>
                  <a:schemeClr val="tx1"/>
                </a:solidFill>
              </a:rPr>
              <a:t>本宮のお米はまっ白でつやつや → 全員まっ白！</a:t>
            </a:r>
            <a:endParaRPr lang="en-US" sz="3200" dirty="0"/>
          </a:p>
        </p:txBody>
      </p:sp>
      <p:sp>
        <p:nvSpPr>
          <p:cNvPr id="4" name="badge-safe"/>
          <p:cNvSpPr/>
          <p:nvPr/>
        </p:nvSpPr>
        <p:spPr>
          <a:xfrm>
            <a:off x="796900" y="2194560"/>
            <a:ext cx="1600200" cy="1600200"/>
          </a:xfrm>
          <a:prstGeom prst="ellipse">
            <a:avLst/>
          </a:prstGeom>
          <a:solidFill>
            <a:schemeClr val="bg1"/>
          </a:solidFill>
          <a:ln w="88900">
            <a:solidFill>
              <a:schemeClr val="accent4"/>
            </a:solidFill>
            <a:prstDash val="solid"/>
          </a:ln>
          <a:effectLst>
            <a:outerShdw sx="100000" sy="100000" kx="0" ky="0" algn="bl" rotWithShape="0" blurRad="101600" dist="25400" dir="5400000">
              <a:srgbClr val="000000">
                <a:alpha val="15000"/>
              </a:srgbClr>
            </a:outerShdw>
          </a:effectLst>
        </p:spPr>
      </p:sp>
      <p:pic>
        <p:nvPicPr>
          <p:cNvPr id="5" name="badge-icon-safe" descr="preencoded.png">    </p:cNvPr>
          <p:cNvPicPr>
            <a:picLocks noChangeAspect="1"/>
          </p:cNvPicPr>
          <p:nvPr/>
        </p:nvPicPr>
        <p:blipFill>
          <a:blip r:embed="rId1"/>
          <a:stretch>
            <a:fillRect/>
          </a:stretch>
        </p:blipFill>
        <p:spPr>
          <a:xfrm>
            <a:off x="1180948" y="2578608"/>
            <a:ext cx="832104" cy="832104"/>
          </a:xfrm>
          <a:prstGeom prst="rect">
            <a:avLst/>
          </a:prstGeom>
        </p:spPr>
      </p:pic>
      <p:sp>
        <p:nvSpPr>
          <p:cNvPr id="6" name="Text 3"/>
          <p:cNvSpPr txBox="1"/>
          <p:nvPr/>
        </p:nvSpPr>
        <p:spPr>
          <a:xfrm>
            <a:off x="472288" y="3931920"/>
            <a:ext cx="2249424" cy="1280160"/>
          </a:xfrm>
          <a:prstGeom prst="rect">
            <a:avLst/>
          </a:prstGeom>
          <a:noFill/>
          <a:ln/>
        </p:spPr>
        <p:txBody>
          <a:bodyPr wrap="square" lIns="0" tIns="0" rIns="0" bIns="0" rtlCol="0" anchor="ctr"/>
          <a:lstStyle/>
          <a:p>
            <a:pPr algn="ctr" indent="0" marL="0">
              <a:buNone/>
            </a:pPr>
            <a:r>
              <a:rPr lang="en-US" sz="3200" b="1" dirty="0">
                <a:solidFill>
                  <a:schemeClr val="accent4"/>
                </a:solidFill>
              </a:rPr>
              <a:t>安全</a:t>
            </a:r>
            <a:endParaRPr lang="en-US" sz="3200" dirty="0"/>
          </a:p>
          <a:p>
            <a:pPr algn="ctr" indent="0" marL="0">
              <a:buNone/>
            </a:pPr>
            <a:r>
              <a:rPr lang="en-US" sz="3200" b="1" dirty="0">
                <a:solidFill>
                  <a:schemeClr val="accent4"/>
                </a:solidFill>
              </a:rPr>
              <a:t>ホワイト</a:t>
            </a:r>
            <a:endParaRPr lang="en-US" sz="3200" dirty="0"/>
          </a:p>
        </p:txBody>
      </p:sp>
      <p:sp>
        <p:nvSpPr>
          <p:cNvPr id="7" name="badge-revive"/>
          <p:cNvSpPr/>
          <p:nvPr/>
        </p:nvSpPr>
        <p:spPr>
          <a:xfrm>
            <a:off x="3046324" y="2194560"/>
            <a:ext cx="1600200" cy="1600200"/>
          </a:xfrm>
          <a:prstGeom prst="ellipse">
            <a:avLst/>
          </a:prstGeom>
          <a:solidFill>
            <a:schemeClr val="bg1"/>
          </a:solidFill>
          <a:ln w="88900">
            <a:solidFill>
              <a:schemeClr val="accent2"/>
            </a:solidFill>
            <a:prstDash val="solid"/>
          </a:ln>
          <a:effectLst>
            <a:outerShdw sx="100000" sy="100000" kx="0" ky="0" algn="bl" rotWithShape="0" blurRad="101600" dist="25400" dir="5400000">
              <a:srgbClr val="000000">
                <a:alpha val="15000"/>
              </a:srgbClr>
            </a:outerShdw>
          </a:effectLst>
        </p:spPr>
      </p:sp>
      <p:pic>
        <p:nvPicPr>
          <p:cNvPr id="8" name="badge-icon-revive" descr="preencoded.png">    </p:cNvPr>
          <p:cNvPicPr>
            <a:picLocks noChangeAspect="1"/>
          </p:cNvPicPr>
          <p:nvPr/>
        </p:nvPicPr>
        <p:blipFill>
          <a:blip r:embed="rId2"/>
          <a:stretch>
            <a:fillRect/>
          </a:stretch>
        </p:blipFill>
        <p:spPr>
          <a:xfrm>
            <a:off x="3430372" y="2578608"/>
            <a:ext cx="832104" cy="832104"/>
          </a:xfrm>
          <a:prstGeom prst="rect">
            <a:avLst/>
          </a:prstGeom>
        </p:spPr>
      </p:pic>
      <p:sp>
        <p:nvSpPr>
          <p:cNvPr id="9" name="Text 5"/>
          <p:cNvSpPr txBox="1"/>
          <p:nvPr/>
        </p:nvSpPr>
        <p:spPr>
          <a:xfrm>
            <a:off x="2721712" y="3931920"/>
            <a:ext cx="2249424" cy="1280160"/>
          </a:xfrm>
          <a:prstGeom prst="rect">
            <a:avLst/>
          </a:prstGeom>
          <a:noFill/>
          <a:ln/>
        </p:spPr>
        <p:txBody>
          <a:bodyPr wrap="square" lIns="0" tIns="0" rIns="0" bIns="0" rtlCol="0" anchor="ctr"/>
          <a:lstStyle/>
          <a:p>
            <a:pPr algn="ctr" indent="0" marL="0">
              <a:buNone/>
            </a:pPr>
            <a:r>
              <a:rPr lang="en-US" sz="3200" b="1" dirty="0">
                <a:solidFill>
                  <a:schemeClr val="accent2"/>
                </a:solidFill>
              </a:rPr>
              <a:t>復興</a:t>
            </a:r>
            <a:endParaRPr lang="en-US" sz="3200" dirty="0"/>
          </a:p>
          <a:p>
            <a:pPr algn="ctr" indent="0" marL="0">
              <a:buNone/>
            </a:pPr>
            <a:r>
              <a:rPr lang="en-US" sz="3200" b="1" dirty="0">
                <a:solidFill>
                  <a:schemeClr val="accent2"/>
                </a:solidFill>
              </a:rPr>
              <a:t>ホワイト</a:t>
            </a:r>
            <a:endParaRPr lang="en-US" sz="3200" dirty="0"/>
          </a:p>
        </p:txBody>
      </p:sp>
      <p:sp>
        <p:nvSpPr>
          <p:cNvPr id="10" name="badge-trust"/>
          <p:cNvSpPr/>
          <p:nvPr/>
        </p:nvSpPr>
        <p:spPr>
          <a:xfrm>
            <a:off x="5295748" y="2194560"/>
            <a:ext cx="1600200" cy="1600200"/>
          </a:xfrm>
          <a:prstGeom prst="ellipse">
            <a:avLst/>
          </a:prstGeom>
          <a:solidFill>
            <a:schemeClr val="bg1"/>
          </a:solidFill>
          <a:ln w="88900">
            <a:solidFill>
              <a:schemeClr val="accent6"/>
            </a:solidFill>
            <a:prstDash val="solid"/>
          </a:ln>
          <a:effectLst>
            <a:outerShdw sx="100000" sy="100000" kx="0" ky="0" algn="bl" rotWithShape="0" blurRad="101600" dist="25400" dir="5400000">
              <a:srgbClr val="000000">
                <a:alpha val="15000"/>
              </a:srgbClr>
            </a:outerShdw>
          </a:effectLst>
        </p:spPr>
      </p:sp>
      <p:pic>
        <p:nvPicPr>
          <p:cNvPr id="11" name="badge-icon-trust" descr="preencoded.png">    </p:cNvPr>
          <p:cNvPicPr>
            <a:picLocks noChangeAspect="1"/>
          </p:cNvPicPr>
          <p:nvPr/>
        </p:nvPicPr>
        <p:blipFill>
          <a:blip r:embed="rId3"/>
          <a:stretch>
            <a:fillRect/>
          </a:stretch>
        </p:blipFill>
        <p:spPr>
          <a:xfrm>
            <a:off x="5679796" y="2578608"/>
            <a:ext cx="832104" cy="832104"/>
          </a:xfrm>
          <a:prstGeom prst="rect">
            <a:avLst/>
          </a:prstGeom>
        </p:spPr>
      </p:pic>
      <p:sp>
        <p:nvSpPr>
          <p:cNvPr id="12" name="Text 7"/>
          <p:cNvSpPr txBox="1"/>
          <p:nvPr/>
        </p:nvSpPr>
        <p:spPr>
          <a:xfrm>
            <a:off x="4971136" y="3931920"/>
            <a:ext cx="2249424" cy="1280160"/>
          </a:xfrm>
          <a:prstGeom prst="rect">
            <a:avLst/>
          </a:prstGeom>
          <a:noFill/>
          <a:ln/>
        </p:spPr>
        <p:txBody>
          <a:bodyPr wrap="square" lIns="0" tIns="0" rIns="0" bIns="0" rtlCol="0" anchor="ctr"/>
          <a:lstStyle/>
          <a:p>
            <a:pPr algn="ctr" indent="0" marL="0">
              <a:buNone/>
            </a:pPr>
            <a:r>
              <a:rPr lang="en-US" sz="3200" b="1" dirty="0">
                <a:solidFill>
                  <a:schemeClr val="accent6"/>
                </a:solidFill>
              </a:rPr>
              <a:t>信頼</a:t>
            </a:r>
            <a:endParaRPr lang="en-US" sz="3200" dirty="0"/>
          </a:p>
          <a:p>
            <a:pPr algn="ctr" indent="0" marL="0">
              <a:buNone/>
            </a:pPr>
            <a:r>
              <a:rPr lang="en-US" sz="3200" b="1" dirty="0">
                <a:solidFill>
                  <a:schemeClr val="accent6"/>
                </a:solidFill>
              </a:rPr>
              <a:t>ホワイト</a:t>
            </a:r>
            <a:endParaRPr lang="en-US" sz="3200" dirty="0"/>
          </a:p>
        </p:txBody>
      </p:sp>
      <p:sp>
        <p:nvSpPr>
          <p:cNvPr id="13" name="badge-taste"/>
          <p:cNvSpPr/>
          <p:nvPr/>
        </p:nvSpPr>
        <p:spPr>
          <a:xfrm>
            <a:off x="7545172" y="2194560"/>
            <a:ext cx="1600200" cy="1600200"/>
          </a:xfrm>
          <a:prstGeom prst="ellipse">
            <a:avLst/>
          </a:prstGeom>
          <a:solidFill>
            <a:schemeClr val="bg1"/>
          </a:solidFill>
          <a:ln w="88900">
            <a:solidFill>
              <a:schemeClr val="accent1"/>
            </a:solidFill>
            <a:prstDash val="solid"/>
          </a:ln>
          <a:effectLst>
            <a:outerShdw sx="100000" sy="100000" kx="0" ky="0" algn="bl" rotWithShape="0" blurRad="101600" dist="25400" dir="5400000">
              <a:srgbClr val="000000">
                <a:alpha val="15000"/>
              </a:srgbClr>
            </a:outerShdw>
          </a:effectLst>
        </p:spPr>
      </p:sp>
      <p:pic>
        <p:nvPicPr>
          <p:cNvPr id="14" name="badge-icon-taste" descr="preencoded.png">    </p:cNvPr>
          <p:cNvPicPr>
            <a:picLocks noChangeAspect="1"/>
          </p:cNvPicPr>
          <p:nvPr/>
        </p:nvPicPr>
        <p:blipFill>
          <a:blip r:embed="rId4"/>
          <a:stretch>
            <a:fillRect/>
          </a:stretch>
        </p:blipFill>
        <p:spPr>
          <a:xfrm>
            <a:off x="7929220" y="2578608"/>
            <a:ext cx="832104" cy="832104"/>
          </a:xfrm>
          <a:prstGeom prst="rect">
            <a:avLst/>
          </a:prstGeom>
        </p:spPr>
      </p:pic>
      <p:sp>
        <p:nvSpPr>
          <p:cNvPr id="15" name="Text 9"/>
          <p:cNvSpPr txBox="1"/>
          <p:nvPr/>
        </p:nvSpPr>
        <p:spPr>
          <a:xfrm>
            <a:off x="7220560" y="3931920"/>
            <a:ext cx="2249424" cy="1280160"/>
          </a:xfrm>
          <a:prstGeom prst="rect">
            <a:avLst/>
          </a:prstGeom>
          <a:noFill/>
          <a:ln/>
        </p:spPr>
        <p:txBody>
          <a:bodyPr wrap="square" lIns="0" tIns="0" rIns="0" bIns="0" rtlCol="0" anchor="ctr"/>
          <a:lstStyle/>
          <a:p>
            <a:pPr algn="ctr" indent="0" marL="0">
              <a:buNone/>
            </a:pPr>
            <a:r>
              <a:rPr lang="en-US" sz="3200" b="1" dirty="0">
                <a:solidFill>
                  <a:schemeClr val="accent1"/>
                </a:solidFill>
              </a:rPr>
              <a:t>おいしさ</a:t>
            </a:r>
            <a:endParaRPr lang="en-US" sz="3200" dirty="0"/>
          </a:p>
          <a:p>
            <a:pPr algn="ctr" indent="0" marL="0">
              <a:buNone/>
            </a:pPr>
            <a:r>
              <a:rPr lang="en-US" sz="3200" b="1" dirty="0">
                <a:solidFill>
                  <a:schemeClr val="accent1"/>
                </a:solidFill>
              </a:rPr>
              <a:t>ホワイト</a:t>
            </a:r>
            <a:endParaRPr lang="en-US" sz="3200" dirty="0"/>
          </a:p>
        </p:txBody>
      </p:sp>
      <p:sp>
        <p:nvSpPr>
          <p:cNvPr id="16" name="badge-cheer"/>
          <p:cNvSpPr/>
          <p:nvPr/>
        </p:nvSpPr>
        <p:spPr>
          <a:xfrm>
            <a:off x="9794596" y="2194560"/>
            <a:ext cx="1600200" cy="1600200"/>
          </a:xfrm>
          <a:prstGeom prst="ellipse">
            <a:avLst/>
          </a:prstGeom>
          <a:solidFill>
            <a:schemeClr val="bg1"/>
          </a:solidFill>
          <a:ln w="88900">
            <a:solidFill>
              <a:schemeClr val="accent3"/>
            </a:solidFill>
            <a:prstDash val="solid"/>
          </a:ln>
          <a:effectLst>
            <a:outerShdw sx="100000" sy="100000" kx="0" ky="0" algn="bl" rotWithShape="0" blurRad="101600" dist="25400" dir="5400000">
              <a:srgbClr val="000000">
                <a:alpha val="15000"/>
              </a:srgbClr>
            </a:outerShdw>
          </a:effectLst>
        </p:spPr>
      </p:sp>
      <p:pic>
        <p:nvPicPr>
          <p:cNvPr id="17" name="badge-icon-cheer" descr="preencoded.png">    </p:cNvPr>
          <p:cNvPicPr>
            <a:picLocks noChangeAspect="1"/>
          </p:cNvPicPr>
          <p:nvPr/>
        </p:nvPicPr>
        <p:blipFill>
          <a:blip r:embed="rId5"/>
          <a:stretch>
            <a:fillRect/>
          </a:stretch>
        </p:blipFill>
        <p:spPr>
          <a:xfrm>
            <a:off x="10178644" y="2578608"/>
            <a:ext cx="832104" cy="832104"/>
          </a:xfrm>
          <a:prstGeom prst="rect">
            <a:avLst/>
          </a:prstGeom>
        </p:spPr>
      </p:pic>
      <p:sp>
        <p:nvSpPr>
          <p:cNvPr id="18" name="Text 11"/>
          <p:cNvSpPr txBox="1"/>
          <p:nvPr/>
        </p:nvSpPr>
        <p:spPr>
          <a:xfrm>
            <a:off x="9469984" y="3931920"/>
            <a:ext cx="2249424" cy="1280160"/>
          </a:xfrm>
          <a:prstGeom prst="rect">
            <a:avLst/>
          </a:prstGeom>
          <a:noFill/>
          <a:ln/>
        </p:spPr>
        <p:txBody>
          <a:bodyPr wrap="square" lIns="0" tIns="0" rIns="0" bIns="0" rtlCol="0" anchor="ctr"/>
          <a:lstStyle/>
          <a:p>
            <a:pPr algn="ctr" indent="0" marL="0">
              <a:buNone/>
            </a:pPr>
            <a:r>
              <a:rPr lang="en-US" sz="3200" b="1" dirty="0">
                <a:solidFill>
                  <a:schemeClr val="accent3"/>
                </a:solidFill>
              </a:rPr>
              <a:t>応援</a:t>
            </a:r>
            <a:endParaRPr lang="en-US" sz="3200" dirty="0"/>
          </a:p>
          <a:p>
            <a:pPr algn="ctr" indent="0" marL="0">
              <a:buNone/>
            </a:pPr>
            <a:r>
              <a:rPr lang="en-US" sz="3200" b="1" dirty="0">
                <a:solidFill>
                  <a:schemeClr val="accent3"/>
                </a:solidFill>
              </a:rPr>
              <a:t>ホワイト</a:t>
            </a:r>
            <a:endParaRPr lang="en-US" sz="3200" dirty="0"/>
          </a:p>
        </p:txBody>
      </p:sp>
      <p:sp>
        <p:nvSpPr>
          <p:cNvPr id="19" name="ranger-goal"/>
          <p:cNvSpPr/>
          <p:nvPr/>
        </p:nvSpPr>
        <p:spPr>
          <a:xfrm>
            <a:off x="1097280" y="5486400"/>
            <a:ext cx="9994392" cy="1005840"/>
          </a:xfrm>
          <a:prstGeom prst="roundRect">
            <a:avLst>
              <a:gd name="adj" fmla="val 18182"/>
            </a:avLst>
          </a:prstGeom>
          <a:solidFill>
            <a:schemeClr val="tx2"/>
          </a:solidFill>
          <a:ln w="12700">
            <a:solidFill>
              <a:schemeClr val="tx2"/>
            </a:solidFill>
            <a:prstDash val="solid"/>
          </a:ln>
        </p:spPr>
      </p:sp>
      <p:sp>
        <p:nvSpPr>
          <p:cNvPr id="20" name="Text 13"/>
          <p:cNvSpPr txBox="1"/>
          <p:nvPr/>
        </p:nvSpPr>
        <p:spPr>
          <a:xfrm>
            <a:off x="1097280" y="5486400"/>
            <a:ext cx="9994392" cy="1005840"/>
          </a:xfrm>
          <a:prstGeom prst="rect">
            <a:avLst/>
          </a:prstGeom>
          <a:noFill/>
          <a:ln/>
        </p:spPr>
        <p:txBody>
          <a:bodyPr wrap="square" lIns="0" tIns="0" rIns="0" bIns="0" rtlCol="0" anchor="ctr"/>
          <a:lstStyle/>
          <a:p>
            <a:pPr algn="ctr" indent="0" marL="0">
              <a:buNone/>
            </a:pPr>
            <a:r>
              <a:rPr lang="en-US" sz="3600" b="1" dirty="0">
                <a:solidFill>
                  <a:schemeClr val="bg1"/>
                </a:solidFill>
              </a:rPr>
              <a:t>本宮のお米の魅力を全国に伝えるぞー！</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dge-safe"/>
          <p:cNvSpPr/>
          <p:nvPr/>
        </p:nvSpPr>
        <p:spPr>
          <a:xfrm>
            <a:off x="457200" y="320040"/>
            <a:ext cx="868680" cy="868680"/>
          </a:xfrm>
          <a:prstGeom prst="ellipse">
            <a:avLst/>
          </a:prstGeom>
          <a:solidFill>
            <a:schemeClr val="bg1"/>
          </a:solidFill>
          <a:ln w="48260">
            <a:solidFill>
              <a:schemeClr val="accent4"/>
            </a:solidFill>
            <a:prstDash val="solid"/>
          </a:ln>
          <a:effectLst>
            <a:outerShdw sx="100000" sy="100000" kx="0" ky="0" algn="bl" rotWithShape="0" blurRad="101600" dist="25400" dir="5400000">
              <a:srgbClr val="000000">
                <a:alpha val="15000"/>
              </a:srgbClr>
            </a:outerShdw>
          </a:effectLst>
        </p:spPr>
      </p:sp>
      <p:pic>
        <p:nvPicPr>
          <p:cNvPr id="3" name="badge-icon-safe"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安全ホワイト　クイズ！</a:t>
            </a:r>
            <a:endParaRPr lang="en-US" sz="4400" dirty="0"/>
          </a:p>
        </p:txBody>
      </p:sp>
      <p:sp>
        <p:nvSpPr>
          <p:cNvPr id="5" name="q-mark"/>
          <p:cNvSpPr/>
          <p:nvPr/>
        </p:nvSpPr>
        <p:spPr>
          <a:xfrm>
            <a:off x="457200" y="1463040"/>
            <a:ext cx="1097280" cy="1097280"/>
          </a:xfrm>
          <a:prstGeom prst="ellipse">
            <a:avLst/>
          </a:prstGeom>
          <a:solidFill>
            <a:schemeClr val="accent3"/>
          </a:solidFill>
          <a:ln w="12700">
            <a:solidFill>
              <a:schemeClr val="accent3"/>
            </a:solidFill>
            <a:prstDash val="solid"/>
          </a:ln>
        </p:spPr>
      </p:sp>
      <p:sp>
        <p:nvSpPr>
          <p:cNvPr id="6" name="Text 3"/>
          <p:cNvSpPr txBox="1"/>
          <p:nvPr/>
        </p:nvSpPr>
        <p:spPr>
          <a:xfrm>
            <a:off x="457200" y="1463040"/>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rPr>
              <a:t>Q</a:t>
            </a:r>
            <a:endParaRPr lang="en-US" sz="4400" dirty="0"/>
          </a:p>
        </p:txBody>
      </p:sp>
      <p:sp>
        <p:nvSpPr>
          <p:cNvPr id="7" name="Text 4"/>
          <p:cNvSpPr txBox="1"/>
          <p:nvPr/>
        </p:nvSpPr>
        <p:spPr>
          <a:xfrm>
            <a:off x="1783080" y="1463040"/>
            <a:ext cx="9966960" cy="1097280"/>
          </a:xfrm>
          <a:prstGeom prst="rect">
            <a:avLst/>
          </a:prstGeom>
          <a:noFill/>
          <a:ln/>
        </p:spPr>
        <p:txBody>
          <a:bodyPr wrap="square" lIns="0" tIns="0" rIns="0" bIns="0" rtlCol="0" anchor="ctr"/>
          <a:lstStyle/>
          <a:p>
            <a:pPr indent="0" marL="0">
              <a:buNone/>
            </a:pPr>
            <a:r>
              <a:rPr lang="en-US" sz="4400" b="1" dirty="0">
                <a:solidFill>
                  <a:schemeClr val="tx2"/>
                </a:solidFill>
              </a:rPr>
              <a:t>まゆみ小学校付近の放射線量は？</a:t>
            </a:r>
            <a:endParaRPr lang="en-US" sz="4400" dirty="0"/>
          </a:p>
        </p:txBody>
      </p:sp>
      <p:sp>
        <p:nvSpPr>
          <p:cNvPr id="8" name="dose-then"/>
          <p:cNvSpPr/>
          <p:nvPr/>
        </p:nvSpPr>
        <p:spPr>
          <a:xfrm>
            <a:off x="457200" y="2743200"/>
            <a:ext cx="4480560" cy="1554480"/>
          </a:xfrm>
          <a:prstGeom prst="roundRect">
            <a:avLst>
              <a:gd name="adj" fmla="val 11765"/>
            </a:avLst>
          </a:prstGeom>
          <a:solidFill>
            <a:schemeClr val="bg2"/>
          </a:solidFill>
          <a:ln w="12700">
            <a:solidFill>
              <a:schemeClr val="bg2"/>
            </a:solidFill>
            <a:prstDash val="solid"/>
          </a:ln>
        </p:spPr>
      </p:sp>
      <p:sp>
        <p:nvSpPr>
          <p:cNvPr id="9" name="Text 6"/>
          <p:cNvSpPr txBox="1"/>
          <p:nvPr/>
        </p:nvSpPr>
        <p:spPr>
          <a:xfrm>
            <a:off x="457200" y="2743200"/>
            <a:ext cx="4480560" cy="1554480"/>
          </a:xfrm>
          <a:prstGeom prst="rect">
            <a:avLst/>
          </a:prstGeom>
          <a:noFill/>
          <a:ln/>
        </p:spPr>
        <p:txBody>
          <a:bodyPr wrap="square" lIns="0" tIns="0" rIns="0" bIns="0" rtlCol="0" anchor="ctr"/>
          <a:lstStyle/>
          <a:p>
            <a:pPr algn="ctr" indent="0" marL="0">
              <a:buNone/>
            </a:pPr>
            <a:r>
              <a:rPr lang="en-US" sz="3200" dirty="0">
                <a:solidFill>
                  <a:schemeClr val="tx1"/>
                </a:solidFill>
              </a:rPr>
              <a:t>2012年4月</a:t>
            </a:r>
            <a:endParaRPr lang="en-US" sz="3200" dirty="0"/>
          </a:p>
          <a:p>
            <a:pPr algn="ctr" indent="0" marL="0">
              <a:buNone/>
            </a:pPr>
            <a:r>
              <a:rPr lang="en-US" sz="5600" b="1" dirty="0">
                <a:solidFill>
                  <a:schemeClr val="tx1"/>
                </a:solidFill>
              </a:rPr>
              <a:t>0.389</a:t>
            </a:r>
            <a:endParaRPr lang="en-US" sz="3200" dirty="0"/>
          </a:p>
        </p:txBody>
      </p:sp>
      <p:sp>
        <p:nvSpPr>
          <p:cNvPr id="10" name="dose-arrow"/>
          <p:cNvSpPr/>
          <p:nvPr/>
        </p:nvSpPr>
        <p:spPr>
          <a:xfrm>
            <a:off x="5074920" y="3246120"/>
            <a:ext cx="640080" cy="548640"/>
          </a:xfrm>
          <a:prstGeom prst="rightArrow">
            <a:avLst/>
          </a:prstGeom>
          <a:solidFill>
            <a:schemeClr val="accent4"/>
          </a:solidFill>
          <a:ln w="12700">
            <a:solidFill>
              <a:schemeClr val="accent4"/>
            </a:solidFill>
            <a:prstDash val="solid"/>
          </a:ln>
        </p:spPr>
      </p:sp>
      <p:sp>
        <p:nvSpPr>
          <p:cNvPr id="11" name="dose-now"/>
          <p:cNvSpPr/>
          <p:nvPr/>
        </p:nvSpPr>
        <p:spPr>
          <a:xfrm>
            <a:off x="5852160" y="2743200"/>
            <a:ext cx="5879592" cy="1554480"/>
          </a:xfrm>
          <a:prstGeom prst="roundRect">
            <a:avLst>
              <a:gd name="adj" fmla="val 11765"/>
            </a:avLst>
          </a:prstGeom>
          <a:solidFill>
            <a:schemeClr val="accent4"/>
          </a:solidFill>
          <a:ln w="12700">
            <a:solidFill>
              <a:schemeClr val="accent4"/>
            </a:solidFill>
            <a:prstDash val="solid"/>
          </a:ln>
        </p:spPr>
      </p:sp>
      <p:sp>
        <p:nvSpPr>
          <p:cNvPr id="12" name="Text 9"/>
          <p:cNvSpPr txBox="1"/>
          <p:nvPr/>
        </p:nvSpPr>
        <p:spPr>
          <a:xfrm>
            <a:off x="5852160" y="2743200"/>
            <a:ext cx="5879592" cy="1554480"/>
          </a:xfrm>
          <a:prstGeom prst="rect">
            <a:avLst/>
          </a:prstGeom>
          <a:noFill/>
          <a:ln/>
        </p:spPr>
        <p:txBody>
          <a:bodyPr wrap="square" lIns="0" tIns="0" rIns="0" bIns="0" rtlCol="0" anchor="ctr"/>
          <a:lstStyle/>
          <a:p>
            <a:pPr algn="ctr" indent="0" marL="0">
              <a:buNone/>
            </a:pPr>
            <a:r>
              <a:rPr lang="en-US" sz="3200" dirty="0">
                <a:solidFill>
                  <a:schemeClr val="bg1"/>
                </a:solidFill>
              </a:rPr>
              <a:t>2026年6月</a:t>
            </a:r>
            <a:endParaRPr lang="en-US" sz="3200" dirty="0"/>
          </a:p>
          <a:p>
            <a:pPr algn="ctr" indent="0" marL="0">
              <a:buNone/>
            </a:pPr>
            <a:r>
              <a:rPr lang="en-US" sz="5600" b="1" dirty="0">
                <a:solidFill>
                  <a:schemeClr val="bg1"/>
                </a:solidFill>
              </a:rPr>
              <a:t>？</a:t>
            </a:r>
            <a:endParaRPr lang="en-US" sz="3200" dirty="0"/>
          </a:p>
        </p:txBody>
      </p:sp>
      <p:sp>
        <p:nvSpPr>
          <p:cNvPr id="13" name="opt-①"/>
          <p:cNvSpPr/>
          <p:nvPr/>
        </p:nvSpPr>
        <p:spPr>
          <a:xfrm>
            <a:off x="457200" y="4572000"/>
            <a:ext cx="5486400" cy="1234440"/>
          </a:xfrm>
          <a:prstGeom prst="roundRect">
            <a:avLst>
              <a:gd name="adj" fmla="val 14815"/>
            </a:avLst>
          </a:prstGeom>
          <a:solidFill>
            <a:schemeClr val="bg2"/>
          </a:solidFill>
          <a:ln w="12700">
            <a:solidFill>
              <a:schemeClr val="bg2"/>
            </a:solidFill>
            <a:prstDash val="solid"/>
          </a:ln>
        </p:spPr>
      </p:sp>
      <p:sp>
        <p:nvSpPr>
          <p:cNvPr id="14" name="Text 11"/>
          <p:cNvSpPr txBox="1"/>
          <p:nvPr/>
        </p:nvSpPr>
        <p:spPr>
          <a:xfrm>
            <a:off x="685800" y="4572000"/>
            <a:ext cx="1051560" cy="1234440"/>
          </a:xfrm>
          <a:prstGeom prst="rect">
            <a:avLst/>
          </a:prstGeom>
          <a:noFill/>
          <a:ln/>
        </p:spPr>
        <p:txBody>
          <a:bodyPr wrap="square" lIns="0" tIns="0" rIns="0" bIns="0" rtlCol="0" anchor="ctr"/>
          <a:lstStyle/>
          <a:p>
            <a:pPr algn="ctr" indent="0" marL="0">
              <a:buNone/>
            </a:pPr>
            <a:r>
              <a:rPr lang="en-US" sz="5600" b="1" dirty="0">
                <a:solidFill>
                  <a:schemeClr val="accent3"/>
                </a:solidFill>
              </a:rPr>
              <a:t>①</a:t>
            </a:r>
            <a:endParaRPr lang="en-US" sz="5600" dirty="0"/>
          </a:p>
        </p:txBody>
      </p:sp>
      <p:sp>
        <p:nvSpPr>
          <p:cNvPr id="15" name="Text 12"/>
          <p:cNvSpPr txBox="1"/>
          <p:nvPr/>
        </p:nvSpPr>
        <p:spPr>
          <a:xfrm>
            <a:off x="1920240" y="4572000"/>
            <a:ext cx="3886200" cy="1234440"/>
          </a:xfrm>
          <a:prstGeom prst="rect">
            <a:avLst/>
          </a:prstGeom>
          <a:noFill/>
          <a:ln/>
        </p:spPr>
        <p:txBody>
          <a:bodyPr wrap="square" lIns="0" tIns="0" rIns="0" bIns="0" rtlCol="0" anchor="ctr"/>
          <a:lstStyle/>
          <a:p>
            <a:pPr algn="l" indent="0" marL="0">
              <a:buNone/>
            </a:pPr>
            <a:r>
              <a:rPr lang="en-US" sz="5600" b="1" dirty="0">
                <a:solidFill>
                  <a:schemeClr val="tx1"/>
                </a:solidFill>
              </a:rPr>
              <a:t>0.079</a:t>
            </a:r>
            <a:endParaRPr lang="en-US" sz="5600" dirty="0"/>
          </a:p>
        </p:txBody>
      </p:sp>
      <p:sp>
        <p:nvSpPr>
          <p:cNvPr id="16" name="opt-②"/>
          <p:cNvSpPr/>
          <p:nvPr/>
        </p:nvSpPr>
        <p:spPr>
          <a:xfrm>
            <a:off x="6245352" y="4572000"/>
            <a:ext cx="5486400" cy="1234440"/>
          </a:xfrm>
          <a:prstGeom prst="roundRect">
            <a:avLst>
              <a:gd name="adj" fmla="val 14815"/>
            </a:avLst>
          </a:prstGeom>
          <a:solidFill>
            <a:schemeClr val="bg2"/>
          </a:solidFill>
          <a:ln w="12700">
            <a:solidFill>
              <a:schemeClr val="bg2"/>
            </a:solidFill>
            <a:prstDash val="solid"/>
          </a:ln>
        </p:spPr>
      </p:sp>
      <p:sp>
        <p:nvSpPr>
          <p:cNvPr id="17" name="Text 14"/>
          <p:cNvSpPr txBox="1"/>
          <p:nvPr/>
        </p:nvSpPr>
        <p:spPr>
          <a:xfrm>
            <a:off x="6473952" y="4572000"/>
            <a:ext cx="1051560" cy="1234440"/>
          </a:xfrm>
          <a:prstGeom prst="rect">
            <a:avLst/>
          </a:prstGeom>
          <a:noFill/>
          <a:ln/>
        </p:spPr>
        <p:txBody>
          <a:bodyPr wrap="square" lIns="0" tIns="0" rIns="0" bIns="0" rtlCol="0" anchor="ctr"/>
          <a:lstStyle/>
          <a:p>
            <a:pPr algn="ctr" indent="0" marL="0">
              <a:buNone/>
            </a:pPr>
            <a:r>
              <a:rPr lang="en-US" sz="5600" b="1" dirty="0">
                <a:solidFill>
                  <a:schemeClr val="accent3"/>
                </a:solidFill>
              </a:rPr>
              <a:t>②</a:t>
            </a:r>
            <a:endParaRPr lang="en-US" sz="5600" dirty="0"/>
          </a:p>
        </p:txBody>
      </p:sp>
      <p:sp>
        <p:nvSpPr>
          <p:cNvPr id="18" name="Text 15"/>
          <p:cNvSpPr txBox="1"/>
          <p:nvPr/>
        </p:nvSpPr>
        <p:spPr>
          <a:xfrm>
            <a:off x="7708392" y="4572000"/>
            <a:ext cx="3886200" cy="1234440"/>
          </a:xfrm>
          <a:prstGeom prst="rect">
            <a:avLst/>
          </a:prstGeom>
          <a:noFill/>
          <a:ln/>
        </p:spPr>
        <p:txBody>
          <a:bodyPr wrap="square" lIns="0" tIns="0" rIns="0" bIns="0" rtlCol="0" anchor="ctr"/>
          <a:lstStyle/>
          <a:p>
            <a:pPr algn="l" indent="0" marL="0">
              <a:buNone/>
            </a:pPr>
            <a:r>
              <a:rPr lang="en-US" sz="5600" b="1" dirty="0">
                <a:solidFill>
                  <a:schemeClr val="tx1"/>
                </a:solidFill>
              </a:rPr>
              <a:t>0.790</a:t>
            </a:r>
            <a:endParaRPr lang="en-US" sz="5600" dirty="0"/>
          </a:p>
        </p:txBody>
      </p:sp>
      <p:sp>
        <p:nvSpPr>
          <p:cNvPr id="19" name="Text 16"/>
          <p:cNvSpPr txBox="1"/>
          <p:nvPr/>
        </p:nvSpPr>
        <p:spPr>
          <a:xfrm>
            <a:off x="457200" y="5943600"/>
            <a:ext cx="11247120" cy="731520"/>
          </a:xfrm>
          <a:prstGeom prst="rect">
            <a:avLst/>
          </a:prstGeom>
          <a:noFill/>
          <a:ln/>
        </p:spPr>
        <p:txBody>
          <a:bodyPr wrap="square" lIns="0" tIns="0" rIns="0" bIns="0" rtlCol="0" anchor="ctr"/>
          <a:lstStyle/>
          <a:p>
            <a:pPr algn="ctr" indent="0" marL="0">
              <a:buNone/>
            </a:pPr>
            <a:r>
              <a:rPr lang="en-US" sz="3200" b="1" dirty="0">
                <a:solidFill>
                  <a:schemeClr val="accent4"/>
                </a:solidFill>
              </a:rPr>
              <a:t>単位：マイクロシーベルト　　手をあげてください！</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dge-safe"/>
          <p:cNvSpPr/>
          <p:nvPr/>
        </p:nvSpPr>
        <p:spPr>
          <a:xfrm>
            <a:off x="457200" y="320040"/>
            <a:ext cx="868680" cy="868680"/>
          </a:xfrm>
          <a:prstGeom prst="ellipse">
            <a:avLst/>
          </a:prstGeom>
          <a:solidFill>
            <a:schemeClr val="bg1"/>
          </a:solidFill>
          <a:ln w="48260">
            <a:solidFill>
              <a:schemeClr val="accent4"/>
            </a:solidFill>
            <a:prstDash val="solid"/>
          </a:ln>
          <a:effectLst>
            <a:outerShdw sx="100000" sy="100000" kx="0" ky="0" algn="bl" rotWithShape="0" blurRad="101600" dist="25400" dir="5400000">
              <a:srgbClr val="000000">
                <a:alpha val="15000"/>
              </a:srgbClr>
            </a:outerShdw>
          </a:effectLst>
        </p:spPr>
      </p:sp>
      <p:pic>
        <p:nvPicPr>
          <p:cNvPr id="3" name="badge-icon-safe"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正解は ①　0.079</a:t>
            </a:r>
            <a:endParaRPr lang="en-US" sz="4400" dirty="0"/>
          </a:p>
        </p:txBody>
      </p:sp>
      <p:graphicFrame>
        <p:nvGraphicFramePr>
          <p:cNvPr id="5" name="dose-chart" descr=""/>
          <p:cNvGraphicFramePr/>
          <p:nvPr/>
        </p:nvGraphicFramePr>
        <p:xfrm>
          <a:off x="457200" y="1325880"/>
          <a:ext cx="5760720" cy="52578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1325880"/>
            <a:ext cx="5257800" cy="1463040"/>
          </a:xfrm>
          <a:prstGeom prst="rect">
            <a:avLst/>
          </a:prstGeom>
          <a:noFill/>
          <a:ln/>
        </p:spPr>
        <p:txBody>
          <a:bodyPr wrap="square" lIns="0" tIns="0" rIns="0" bIns="0" rtlCol="0" anchor="ctr"/>
          <a:lstStyle/>
          <a:p>
            <a:pPr algn="ctr" indent="0" marL="0">
              <a:buNone/>
            </a:pPr>
            <a:r>
              <a:rPr lang="en-US" sz="3600" dirty="0">
                <a:solidFill>
                  <a:schemeClr val="tx1"/>
                </a:solidFill>
              </a:rPr>
              <a:t>約</a:t>
            </a:r>
            <a:pPr algn="ctr" indent="0" marL="0">
              <a:buNone/>
            </a:pPr>
            <a:r>
              <a:rPr lang="en-US" sz="7200" b="1" dirty="0">
                <a:solidFill>
                  <a:schemeClr val="accent4"/>
                </a:solidFill>
              </a:rPr>
              <a:t>５分の１</a:t>
            </a:r>
            <a:pPr algn="ctr" indent="0" marL="0">
              <a:buNone/>
            </a:pPr>
            <a:r>
              <a:rPr lang="en-US" sz="3600" dirty="0">
                <a:solidFill>
                  <a:schemeClr val="tx1"/>
                </a:solidFill>
              </a:rPr>
              <a:t>に！</a:t>
            </a:r>
            <a:endParaRPr lang="en-US" sz="3600" dirty="0"/>
          </a:p>
        </p:txBody>
      </p:sp>
      <p:sp>
        <p:nvSpPr>
          <p:cNvPr id="7" name="safe-msg-0"/>
          <p:cNvSpPr/>
          <p:nvPr/>
        </p:nvSpPr>
        <p:spPr>
          <a:xfrm>
            <a:off x="6492240" y="3017520"/>
            <a:ext cx="5257800" cy="1005840"/>
          </a:xfrm>
          <a:prstGeom prst="roundRect">
            <a:avLst>
              <a:gd name="adj" fmla="val 18182"/>
            </a:avLst>
          </a:prstGeom>
          <a:solidFill>
            <a:schemeClr val="bg2"/>
          </a:solidFill>
          <a:ln w="12700">
            <a:solidFill>
              <a:schemeClr val="bg2"/>
            </a:solidFill>
            <a:prstDash val="solid"/>
          </a:ln>
        </p:spPr>
      </p:sp>
      <p:sp>
        <p:nvSpPr>
          <p:cNvPr id="8" name="Text 4"/>
          <p:cNvSpPr txBox="1"/>
          <p:nvPr/>
        </p:nvSpPr>
        <p:spPr>
          <a:xfrm>
            <a:off x="6492240" y="3017520"/>
            <a:ext cx="5257800" cy="1005840"/>
          </a:xfrm>
          <a:prstGeom prst="rect">
            <a:avLst/>
          </a:prstGeom>
          <a:noFill/>
          <a:ln/>
        </p:spPr>
        <p:txBody>
          <a:bodyPr wrap="square" lIns="0" tIns="0" rIns="0" bIns="0" rtlCol="0" anchor="ctr"/>
          <a:lstStyle/>
          <a:p>
            <a:pPr algn="ctr" indent="0" marL="0">
              <a:buNone/>
            </a:pPr>
            <a:r>
              <a:rPr lang="en-US" sz="3200" b="1" dirty="0">
                <a:solidFill>
                  <a:schemeClr val="tx2"/>
                </a:solidFill>
              </a:rPr>
              <a:t>正しい知識を身に付ける</a:t>
            </a:r>
            <a:endParaRPr lang="en-US" sz="3200" dirty="0"/>
          </a:p>
        </p:txBody>
      </p:sp>
      <p:sp>
        <p:nvSpPr>
          <p:cNvPr id="9" name="safe-msg-1"/>
          <p:cNvSpPr/>
          <p:nvPr/>
        </p:nvSpPr>
        <p:spPr>
          <a:xfrm>
            <a:off x="6492240" y="4206240"/>
            <a:ext cx="5257800" cy="1005840"/>
          </a:xfrm>
          <a:prstGeom prst="roundRect">
            <a:avLst>
              <a:gd name="adj" fmla="val 18182"/>
            </a:avLst>
          </a:prstGeom>
          <a:solidFill>
            <a:schemeClr val="bg2"/>
          </a:solidFill>
          <a:ln w="12700">
            <a:solidFill>
              <a:schemeClr val="bg2"/>
            </a:solidFill>
            <a:prstDash val="solid"/>
          </a:ln>
        </p:spPr>
      </p:sp>
      <p:sp>
        <p:nvSpPr>
          <p:cNvPr id="10" name="Text 6"/>
          <p:cNvSpPr txBox="1"/>
          <p:nvPr/>
        </p:nvSpPr>
        <p:spPr>
          <a:xfrm>
            <a:off x="6492240" y="4206240"/>
            <a:ext cx="5257800" cy="1005840"/>
          </a:xfrm>
          <a:prstGeom prst="rect">
            <a:avLst/>
          </a:prstGeom>
          <a:noFill/>
          <a:ln/>
        </p:spPr>
        <p:txBody>
          <a:bodyPr wrap="square" lIns="0" tIns="0" rIns="0" bIns="0" rtlCol="0" anchor="ctr"/>
          <a:lstStyle/>
          <a:p>
            <a:pPr algn="ctr" indent="0" marL="0">
              <a:buNone/>
            </a:pPr>
            <a:r>
              <a:rPr lang="en-US" sz="3200" b="1" dirty="0">
                <a:solidFill>
                  <a:schemeClr val="tx2"/>
                </a:solidFill>
              </a:rPr>
              <a:t>正しい情報を発信する</a:t>
            </a:r>
            <a:endParaRPr lang="en-US" sz="3200" dirty="0"/>
          </a:p>
        </p:txBody>
      </p:sp>
      <p:sp>
        <p:nvSpPr>
          <p:cNvPr id="11" name="safe-msg-2"/>
          <p:cNvSpPr/>
          <p:nvPr/>
        </p:nvSpPr>
        <p:spPr>
          <a:xfrm>
            <a:off x="6492240" y="5394960"/>
            <a:ext cx="5257800" cy="1005840"/>
          </a:xfrm>
          <a:prstGeom prst="roundRect">
            <a:avLst>
              <a:gd name="adj" fmla="val 18182"/>
            </a:avLst>
          </a:prstGeom>
          <a:solidFill>
            <a:schemeClr val="accent4"/>
          </a:solidFill>
          <a:ln w="12700">
            <a:solidFill>
              <a:schemeClr val="accent4"/>
            </a:solidFill>
            <a:prstDash val="solid"/>
          </a:ln>
        </p:spPr>
      </p:sp>
      <p:sp>
        <p:nvSpPr>
          <p:cNvPr id="12" name="Text 8"/>
          <p:cNvSpPr txBox="1"/>
          <p:nvPr/>
        </p:nvSpPr>
        <p:spPr>
          <a:xfrm>
            <a:off x="6492240" y="5394960"/>
            <a:ext cx="5257800" cy="1005840"/>
          </a:xfrm>
          <a:prstGeom prst="rect">
            <a:avLst/>
          </a:prstGeom>
          <a:noFill/>
          <a:ln/>
        </p:spPr>
        <p:txBody>
          <a:bodyPr wrap="square" lIns="0" tIns="0" rIns="0" bIns="0" rtlCol="0" anchor="ctr"/>
          <a:lstStyle/>
          <a:p>
            <a:pPr algn="ctr" indent="0" marL="0">
              <a:buNone/>
            </a:pPr>
            <a:r>
              <a:rPr lang="en-US" sz="3200" b="1" dirty="0">
                <a:solidFill>
                  <a:schemeClr val="bg1"/>
                </a:solidFill>
              </a:rPr>
              <a:t>福島県・本宮は安全！</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dge-revive"/>
          <p:cNvSpPr/>
          <p:nvPr/>
        </p:nvSpPr>
        <p:spPr>
          <a:xfrm>
            <a:off x="457200" y="320040"/>
            <a:ext cx="868680" cy="868680"/>
          </a:xfrm>
          <a:prstGeom prst="ellipse">
            <a:avLst/>
          </a:prstGeom>
          <a:solidFill>
            <a:schemeClr val="bg1"/>
          </a:solidFill>
          <a:ln w="48260">
            <a:solidFill>
              <a:schemeClr val="accent2"/>
            </a:solidFill>
            <a:prstDash val="solid"/>
          </a:ln>
          <a:effectLst>
            <a:outerShdw sx="100000" sy="100000" kx="0" ky="0" algn="bl" rotWithShape="0" blurRad="101600" dist="25400" dir="5400000">
              <a:srgbClr val="000000">
                <a:alpha val="15000"/>
              </a:srgbClr>
            </a:outerShdw>
          </a:effectLst>
        </p:spPr>
      </p:sp>
      <p:pic>
        <p:nvPicPr>
          <p:cNvPr id="3" name="badge-icon-revive"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復興ホワイト　クイズ！</a:t>
            </a:r>
            <a:endParaRPr lang="en-US" sz="4400" dirty="0"/>
          </a:p>
        </p:txBody>
      </p:sp>
      <p:sp>
        <p:nvSpPr>
          <p:cNvPr id="5" name="q-mark"/>
          <p:cNvSpPr/>
          <p:nvPr/>
        </p:nvSpPr>
        <p:spPr>
          <a:xfrm>
            <a:off x="457200" y="1463040"/>
            <a:ext cx="1097280" cy="1097280"/>
          </a:xfrm>
          <a:prstGeom prst="ellipse">
            <a:avLst/>
          </a:prstGeom>
          <a:solidFill>
            <a:schemeClr val="accent3"/>
          </a:solidFill>
          <a:ln w="12700">
            <a:solidFill>
              <a:schemeClr val="accent3"/>
            </a:solidFill>
            <a:prstDash val="solid"/>
          </a:ln>
        </p:spPr>
      </p:sp>
      <p:sp>
        <p:nvSpPr>
          <p:cNvPr id="6" name="Text 3"/>
          <p:cNvSpPr txBox="1"/>
          <p:nvPr/>
        </p:nvSpPr>
        <p:spPr>
          <a:xfrm>
            <a:off x="457200" y="1463040"/>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rPr>
              <a:t>Q</a:t>
            </a:r>
            <a:endParaRPr lang="en-US" sz="4400" dirty="0"/>
          </a:p>
        </p:txBody>
      </p:sp>
      <p:sp>
        <p:nvSpPr>
          <p:cNvPr id="7" name="Text 4"/>
          <p:cNvSpPr txBox="1"/>
          <p:nvPr/>
        </p:nvSpPr>
        <p:spPr>
          <a:xfrm>
            <a:off x="1783080" y="1371600"/>
            <a:ext cx="9966960" cy="1737360"/>
          </a:xfrm>
          <a:prstGeom prst="rect">
            <a:avLst/>
          </a:prstGeom>
          <a:noFill/>
          <a:ln/>
        </p:spPr>
        <p:txBody>
          <a:bodyPr wrap="square" lIns="0" tIns="0" rIns="0" bIns="0" rtlCol="0" anchor="ctr"/>
          <a:lstStyle/>
          <a:p>
            <a:pPr indent="0" marL="0">
              <a:buNone/>
            </a:pPr>
            <a:r>
              <a:rPr lang="en-US" sz="4400" b="1" dirty="0">
                <a:solidFill>
                  <a:schemeClr val="tx2"/>
                </a:solidFill>
              </a:rPr>
              <a:t>お米の安全性を確かめるために、</a:t>
            </a:r>
            <a:endParaRPr lang="en-US" sz="4400" dirty="0"/>
          </a:p>
          <a:p>
            <a:pPr indent="0" marL="0">
              <a:buNone/>
            </a:pPr>
            <a:r>
              <a:rPr lang="en-US" sz="4400" b="1" dirty="0">
                <a:solidFill>
                  <a:schemeClr val="tx2"/>
                </a:solidFill>
              </a:rPr>
              <a:t>どんな取り組みを始めた？</a:t>
            </a:r>
            <a:endParaRPr lang="en-US" sz="4400" dirty="0"/>
          </a:p>
        </p:txBody>
      </p:sp>
      <p:sp>
        <p:nvSpPr>
          <p:cNvPr id="8" name="opt-①"/>
          <p:cNvSpPr/>
          <p:nvPr/>
        </p:nvSpPr>
        <p:spPr>
          <a:xfrm>
            <a:off x="457200" y="3429000"/>
            <a:ext cx="11274552" cy="1188720"/>
          </a:xfrm>
          <a:prstGeom prst="roundRect">
            <a:avLst>
              <a:gd name="adj" fmla="val 15385"/>
            </a:avLst>
          </a:prstGeom>
          <a:solidFill>
            <a:schemeClr val="bg2"/>
          </a:solidFill>
          <a:ln w="12700">
            <a:solidFill>
              <a:schemeClr val="bg2"/>
            </a:solidFill>
            <a:prstDash val="solid"/>
          </a:ln>
        </p:spPr>
      </p:sp>
      <p:sp>
        <p:nvSpPr>
          <p:cNvPr id="9" name="Text 6"/>
          <p:cNvSpPr txBox="1"/>
          <p:nvPr/>
        </p:nvSpPr>
        <p:spPr>
          <a:xfrm>
            <a:off x="685800" y="3429000"/>
            <a:ext cx="1051560" cy="1188720"/>
          </a:xfrm>
          <a:prstGeom prst="rect">
            <a:avLst/>
          </a:prstGeom>
          <a:noFill/>
          <a:ln/>
        </p:spPr>
        <p:txBody>
          <a:bodyPr wrap="square" lIns="0" tIns="0" rIns="0" bIns="0" rtlCol="0" anchor="ctr"/>
          <a:lstStyle/>
          <a:p>
            <a:pPr algn="ctr" indent="0" marL="0">
              <a:buNone/>
            </a:pPr>
            <a:r>
              <a:rPr lang="en-US" sz="5600" b="1" dirty="0">
                <a:solidFill>
                  <a:schemeClr val="accent3"/>
                </a:solidFill>
              </a:rPr>
              <a:t>①</a:t>
            </a:r>
            <a:endParaRPr lang="en-US" sz="5600" dirty="0"/>
          </a:p>
        </p:txBody>
      </p:sp>
      <p:sp>
        <p:nvSpPr>
          <p:cNvPr id="10" name="Text 7"/>
          <p:cNvSpPr txBox="1"/>
          <p:nvPr/>
        </p:nvSpPr>
        <p:spPr>
          <a:xfrm>
            <a:off x="1920240" y="3429000"/>
            <a:ext cx="9674352" cy="1188720"/>
          </a:xfrm>
          <a:prstGeom prst="rect">
            <a:avLst/>
          </a:prstGeom>
          <a:noFill/>
          <a:ln/>
        </p:spPr>
        <p:txBody>
          <a:bodyPr wrap="square" lIns="0" tIns="0" rIns="0" bIns="0" rtlCol="0" anchor="ctr"/>
          <a:lstStyle/>
          <a:p>
            <a:pPr algn="l" indent="0" marL="0">
              <a:buNone/>
            </a:pPr>
            <a:r>
              <a:rPr lang="en-US" sz="3600" b="1" dirty="0">
                <a:solidFill>
                  <a:schemeClr val="tx1"/>
                </a:solidFill>
              </a:rPr>
              <a:t>すべてのお米を ふくろごとに検査</a:t>
            </a:r>
            <a:endParaRPr lang="en-US" sz="3600" dirty="0"/>
          </a:p>
        </p:txBody>
      </p:sp>
      <p:sp>
        <p:nvSpPr>
          <p:cNvPr id="11" name="opt-②"/>
          <p:cNvSpPr/>
          <p:nvPr/>
        </p:nvSpPr>
        <p:spPr>
          <a:xfrm>
            <a:off x="457200" y="4800600"/>
            <a:ext cx="11274552" cy="1188720"/>
          </a:xfrm>
          <a:prstGeom prst="roundRect">
            <a:avLst>
              <a:gd name="adj" fmla="val 15385"/>
            </a:avLst>
          </a:prstGeom>
          <a:solidFill>
            <a:schemeClr val="bg2"/>
          </a:solidFill>
          <a:ln w="12700">
            <a:solidFill>
              <a:schemeClr val="bg2"/>
            </a:solidFill>
            <a:prstDash val="solid"/>
          </a:ln>
        </p:spPr>
      </p:sp>
      <p:sp>
        <p:nvSpPr>
          <p:cNvPr id="12" name="Text 9"/>
          <p:cNvSpPr txBox="1"/>
          <p:nvPr/>
        </p:nvSpPr>
        <p:spPr>
          <a:xfrm>
            <a:off x="685800" y="4800600"/>
            <a:ext cx="1051560" cy="1188720"/>
          </a:xfrm>
          <a:prstGeom prst="rect">
            <a:avLst/>
          </a:prstGeom>
          <a:noFill/>
          <a:ln/>
        </p:spPr>
        <p:txBody>
          <a:bodyPr wrap="square" lIns="0" tIns="0" rIns="0" bIns="0" rtlCol="0" anchor="ctr"/>
          <a:lstStyle/>
          <a:p>
            <a:pPr algn="ctr" indent="0" marL="0">
              <a:buNone/>
            </a:pPr>
            <a:r>
              <a:rPr lang="en-US" sz="5600" b="1" dirty="0">
                <a:solidFill>
                  <a:schemeClr val="accent3"/>
                </a:solidFill>
              </a:rPr>
              <a:t>②</a:t>
            </a:r>
            <a:endParaRPr lang="en-US" sz="5600" dirty="0"/>
          </a:p>
        </p:txBody>
      </p:sp>
      <p:sp>
        <p:nvSpPr>
          <p:cNvPr id="13" name="Text 10"/>
          <p:cNvSpPr txBox="1"/>
          <p:nvPr/>
        </p:nvSpPr>
        <p:spPr>
          <a:xfrm>
            <a:off x="1920240" y="4800600"/>
            <a:ext cx="9674352" cy="1188720"/>
          </a:xfrm>
          <a:prstGeom prst="rect">
            <a:avLst/>
          </a:prstGeom>
          <a:noFill/>
          <a:ln/>
        </p:spPr>
        <p:txBody>
          <a:bodyPr wrap="square" lIns="0" tIns="0" rIns="0" bIns="0" rtlCol="0" anchor="ctr"/>
          <a:lstStyle/>
          <a:p>
            <a:pPr algn="l" indent="0" marL="0">
              <a:buNone/>
            </a:pPr>
            <a:r>
              <a:rPr lang="en-US" sz="3600" b="1" dirty="0">
                <a:solidFill>
                  <a:schemeClr val="tx1"/>
                </a:solidFill>
              </a:rPr>
              <a:t>お米の 色や形だけ を調べる</a:t>
            </a:r>
            <a:endParaRPr lang="en-US" sz="3600" dirty="0"/>
          </a:p>
        </p:txBody>
      </p:sp>
      <p:sp>
        <p:nvSpPr>
          <p:cNvPr id="14" name="Text 11"/>
          <p:cNvSpPr txBox="1"/>
          <p:nvPr/>
        </p:nvSpPr>
        <p:spPr>
          <a:xfrm>
            <a:off x="457200" y="6035040"/>
            <a:ext cx="11247120" cy="685800"/>
          </a:xfrm>
          <a:prstGeom prst="rect">
            <a:avLst/>
          </a:prstGeom>
          <a:noFill/>
          <a:ln/>
        </p:spPr>
        <p:txBody>
          <a:bodyPr wrap="square" lIns="0" tIns="0" rIns="0" bIns="0" rtlCol="0" anchor="ctr"/>
          <a:lstStyle/>
          <a:p>
            <a:pPr algn="ctr" indent="0" marL="0">
              <a:buNone/>
            </a:pPr>
            <a:r>
              <a:rPr lang="en-US" sz="3200" b="1" dirty="0">
                <a:solidFill>
                  <a:schemeClr val="accent2"/>
                </a:solidFill>
              </a:rPr>
              <a:t>手をあげてください！</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dge-revive"/>
          <p:cNvSpPr/>
          <p:nvPr/>
        </p:nvSpPr>
        <p:spPr>
          <a:xfrm>
            <a:off x="457200" y="320040"/>
            <a:ext cx="868680" cy="868680"/>
          </a:xfrm>
          <a:prstGeom prst="ellipse">
            <a:avLst/>
          </a:prstGeom>
          <a:solidFill>
            <a:schemeClr val="bg1"/>
          </a:solidFill>
          <a:ln w="48260">
            <a:solidFill>
              <a:schemeClr val="accent2"/>
            </a:solidFill>
            <a:prstDash val="solid"/>
          </a:ln>
          <a:effectLst>
            <a:outerShdw sx="100000" sy="100000" kx="0" ky="0" algn="bl" rotWithShape="0" blurRad="101600" dist="25400" dir="5400000">
              <a:srgbClr val="000000">
                <a:alpha val="15000"/>
              </a:srgbClr>
            </a:outerShdw>
          </a:effectLst>
        </p:spPr>
      </p:sp>
      <p:pic>
        <p:nvPicPr>
          <p:cNvPr id="3" name="badge-icon-revive"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正解は ①　全量全袋検査</a:t>
            </a:r>
            <a:endParaRPr lang="en-US" sz="4400" dirty="0"/>
          </a:p>
        </p:txBody>
      </p:sp>
      <p:sp>
        <p:nvSpPr>
          <p:cNvPr id="5" name="timeline"/>
          <p:cNvSpPr/>
          <p:nvPr/>
        </p:nvSpPr>
        <p:spPr>
          <a:xfrm>
            <a:off x="914400" y="2377440"/>
            <a:ext cx="10360152" cy="0"/>
          </a:xfrm>
          <a:prstGeom prst="line">
            <a:avLst/>
          </a:prstGeom>
          <a:noFill/>
          <a:ln w="63500">
            <a:solidFill>
              <a:schemeClr val="accent2"/>
            </a:solidFill>
            <a:prstDash val="solid"/>
          </a:ln>
        </p:spPr>
      </p:sp>
      <p:sp>
        <p:nvSpPr>
          <p:cNvPr id="6" name="Text 3"/>
          <p:cNvSpPr txBox="1"/>
          <p:nvPr/>
        </p:nvSpPr>
        <p:spPr>
          <a:xfrm>
            <a:off x="458572" y="1371600"/>
            <a:ext cx="3520440" cy="731520"/>
          </a:xfrm>
          <a:prstGeom prst="rect">
            <a:avLst/>
          </a:prstGeom>
          <a:noFill/>
          <a:ln/>
        </p:spPr>
        <p:txBody>
          <a:bodyPr wrap="square" lIns="0" tIns="0" rIns="0" bIns="0" rtlCol="0" anchor="ctr"/>
          <a:lstStyle/>
          <a:p>
            <a:pPr algn="ctr" indent="0" marL="0">
              <a:buNone/>
            </a:pPr>
            <a:r>
              <a:rPr lang="en-US" sz="3600" b="1" dirty="0">
                <a:solidFill>
                  <a:schemeClr val="accent2"/>
                </a:solidFill>
              </a:rPr>
              <a:t>2012年度産〜</a:t>
            </a:r>
            <a:endParaRPr lang="en-US" sz="3600" dirty="0"/>
          </a:p>
        </p:txBody>
      </p:sp>
      <p:sp>
        <p:nvSpPr>
          <p:cNvPr id="7" name="tl-dot-0"/>
          <p:cNvSpPr/>
          <p:nvPr/>
        </p:nvSpPr>
        <p:spPr>
          <a:xfrm>
            <a:off x="1990192" y="2148840"/>
            <a:ext cx="457200" cy="457200"/>
          </a:xfrm>
          <a:prstGeom prst="ellipse">
            <a:avLst/>
          </a:prstGeom>
          <a:solidFill>
            <a:schemeClr val="accent2"/>
          </a:solidFill>
          <a:ln w="38100">
            <a:solidFill>
              <a:schemeClr val="bg1"/>
            </a:solidFill>
            <a:prstDash val="solid"/>
          </a:ln>
        </p:spPr>
      </p:sp>
      <p:sp>
        <p:nvSpPr>
          <p:cNvPr id="8" name="tl-card-0"/>
          <p:cNvSpPr/>
          <p:nvPr/>
        </p:nvSpPr>
        <p:spPr>
          <a:xfrm>
            <a:off x="458572" y="2834640"/>
            <a:ext cx="3520440" cy="2148840"/>
          </a:xfrm>
          <a:prstGeom prst="roundRect">
            <a:avLst>
              <a:gd name="adj" fmla="val 8511"/>
            </a:avLst>
          </a:prstGeom>
          <a:solidFill>
            <a:schemeClr val="bg2"/>
          </a:solidFill>
          <a:ln w="12700">
            <a:solidFill>
              <a:schemeClr val="bg2"/>
            </a:solidFill>
            <a:prstDash val="solid"/>
          </a:ln>
        </p:spPr>
      </p:sp>
      <p:sp>
        <p:nvSpPr>
          <p:cNvPr id="9" name="Text 6"/>
          <p:cNvSpPr txBox="1"/>
          <p:nvPr/>
        </p:nvSpPr>
        <p:spPr>
          <a:xfrm>
            <a:off x="595732" y="2834640"/>
            <a:ext cx="3246120" cy="2148840"/>
          </a:xfrm>
          <a:prstGeom prst="rect">
            <a:avLst/>
          </a:prstGeom>
          <a:noFill/>
          <a:ln/>
        </p:spPr>
        <p:txBody>
          <a:bodyPr wrap="square" lIns="0" tIns="0" rIns="0" bIns="0" rtlCol="0" anchor="ctr"/>
          <a:lstStyle/>
          <a:p>
            <a:pPr algn="ctr" indent="0" marL="0">
              <a:buNone/>
            </a:pPr>
            <a:r>
              <a:rPr lang="en-US" sz="3600" b="1" dirty="0">
                <a:solidFill>
                  <a:schemeClr val="tx2"/>
                </a:solidFill>
              </a:rPr>
              <a:t>検査が</a:t>
            </a:r>
            <a:endParaRPr lang="en-US" sz="3600" dirty="0"/>
          </a:p>
          <a:p>
            <a:pPr algn="ctr" indent="0" marL="0">
              <a:buNone/>
            </a:pPr>
            <a:r>
              <a:rPr lang="en-US" sz="3600" b="1" dirty="0">
                <a:solidFill>
                  <a:schemeClr val="tx2"/>
                </a:solidFill>
              </a:rPr>
              <a:t>スタート</a:t>
            </a:r>
            <a:endParaRPr lang="en-US" sz="3600" dirty="0"/>
          </a:p>
        </p:txBody>
      </p:sp>
      <p:sp>
        <p:nvSpPr>
          <p:cNvPr id="10" name="Text 7"/>
          <p:cNvSpPr txBox="1"/>
          <p:nvPr/>
        </p:nvSpPr>
        <p:spPr>
          <a:xfrm>
            <a:off x="4335628" y="1371600"/>
            <a:ext cx="3520440" cy="731520"/>
          </a:xfrm>
          <a:prstGeom prst="rect">
            <a:avLst/>
          </a:prstGeom>
          <a:noFill/>
          <a:ln/>
        </p:spPr>
        <p:txBody>
          <a:bodyPr wrap="square" lIns="0" tIns="0" rIns="0" bIns="0" rtlCol="0" anchor="ctr"/>
          <a:lstStyle/>
          <a:p>
            <a:pPr algn="ctr" indent="0" marL="0">
              <a:buNone/>
            </a:pPr>
            <a:r>
              <a:rPr lang="en-US" sz="3600" b="1" dirty="0">
                <a:solidFill>
                  <a:schemeClr val="accent2"/>
                </a:solidFill>
              </a:rPr>
              <a:t>ずっと</a:t>
            </a:r>
            <a:endParaRPr lang="en-US" sz="3600" dirty="0"/>
          </a:p>
        </p:txBody>
      </p:sp>
      <p:sp>
        <p:nvSpPr>
          <p:cNvPr id="11" name="tl-dot-1"/>
          <p:cNvSpPr/>
          <p:nvPr/>
        </p:nvSpPr>
        <p:spPr>
          <a:xfrm>
            <a:off x="5867248" y="2148840"/>
            <a:ext cx="457200" cy="457200"/>
          </a:xfrm>
          <a:prstGeom prst="ellipse">
            <a:avLst/>
          </a:prstGeom>
          <a:solidFill>
            <a:schemeClr val="accent2"/>
          </a:solidFill>
          <a:ln w="38100">
            <a:solidFill>
              <a:schemeClr val="bg1"/>
            </a:solidFill>
            <a:prstDash val="solid"/>
          </a:ln>
        </p:spPr>
      </p:sp>
      <p:sp>
        <p:nvSpPr>
          <p:cNvPr id="12" name="tl-card-1"/>
          <p:cNvSpPr/>
          <p:nvPr/>
        </p:nvSpPr>
        <p:spPr>
          <a:xfrm>
            <a:off x="4335628" y="2834640"/>
            <a:ext cx="3520440" cy="2148840"/>
          </a:xfrm>
          <a:prstGeom prst="roundRect">
            <a:avLst>
              <a:gd name="adj" fmla="val 8511"/>
            </a:avLst>
          </a:prstGeom>
          <a:solidFill>
            <a:schemeClr val="bg2"/>
          </a:solidFill>
          <a:ln w="12700">
            <a:solidFill>
              <a:schemeClr val="bg2"/>
            </a:solidFill>
            <a:prstDash val="solid"/>
          </a:ln>
        </p:spPr>
      </p:sp>
      <p:sp>
        <p:nvSpPr>
          <p:cNvPr id="13" name="Text 10"/>
          <p:cNvSpPr txBox="1"/>
          <p:nvPr/>
        </p:nvSpPr>
        <p:spPr>
          <a:xfrm>
            <a:off x="4472788" y="2834640"/>
            <a:ext cx="3246120" cy="2148840"/>
          </a:xfrm>
          <a:prstGeom prst="rect">
            <a:avLst/>
          </a:prstGeom>
          <a:noFill/>
          <a:ln/>
        </p:spPr>
        <p:txBody>
          <a:bodyPr wrap="square" lIns="0" tIns="0" rIns="0" bIns="0" rtlCol="0" anchor="ctr"/>
          <a:lstStyle/>
          <a:p>
            <a:pPr algn="ctr" indent="0" marL="0">
              <a:buNone/>
            </a:pPr>
            <a:r>
              <a:rPr lang="en-US" sz="3600" b="1" dirty="0">
                <a:solidFill>
                  <a:schemeClr val="tx2"/>
                </a:solidFill>
              </a:rPr>
              <a:t>安全性を</a:t>
            </a:r>
            <a:endParaRPr lang="en-US" sz="3600" dirty="0"/>
          </a:p>
          <a:p>
            <a:pPr algn="ctr" indent="0" marL="0">
              <a:buNone/>
            </a:pPr>
            <a:r>
              <a:rPr lang="en-US" sz="3600" b="1" dirty="0">
                <a:solidFill>
                  <a:schemeClr val="tx2"/>
                </a:solidFill>
              </a:rPr>
              <a:t>確認</a:t>
            </a:r>
            <a:endParaRPr lang="en-US" sz="3600" dirty="0"/>
          </a:p>
        </p:txBody>
      </p:sp>
      <p:sp>
        <p:nvSpPr>
          <p:cNvPr id="14" name="Text 11"/>
          <p:cNvSpPr txBox="1"/>
          <p:nvPr/>
        </p:nvSpPr>
        <p:spPr>
          <a:xfrm>
            <a:off x="8212684" y="1371600"/>
            <a:ext cx="3520440" cy="731520"/>
          </a:xfrm>
          <a:prstGeom prst="rect">
            <a:avLst/>
          </a:prstGeom>
          <a:noFill/>
          <a:ln/>
        </p:spPr>
        <p:txBody>
          <a:bodyPr wrap="square" lIns="0" tIns="0" rIns="0" bIns="0" rtlCol="0" anchor="ctr"/>
          <a:lstStyle/>
          <a:p>
            <a:pPr algn="ctr" indent="0" marL="0">
              <a:buNone/>
            </a:pPr>
            <a:r>
              <a:rPr lang="en-US" sz="3600" b="1" dirty="0">
                <a:solidFill>
                  <a:schemeClr val="accent2"/>
                </a:solidFill>
              </a:rPr>
              <a:t>今も</a:t>
            </a:r>
            <a:endParaRPr lang="en-US" sz="3600" dirty="0"/>
          </a:p>
        </p:txBody>
      </p:sp>
      <p:sp>
        <p:nvSpPr>
          <p:cNvPr id="15" name="tl-dot-2"/>
          <p:cNvSpPr/>
          <p:nvPr/>
        </p:nvSpPr>
        <p:spPr>
          <a:xfrm>
            <a:off x="9744304" y="2148840"/>
            <a:ext cx="457200" cy="457200"/>
          </a:xfrm>
          <a:prstGeom prst="ellipse">
            <a:avLst/>
          </a:prstGeom>
          <a:solidFill>
            <a:schemeClr val="accent2"/>
          </a:solidFill>
          <a:ln w="38100">
            <a:solidFill>
              <a:schemeClr val="bg1"/>
            </a:solidFill>
            <a:prstDash val="solid"/>
          </a:ln>
        </p:spPr>
      </p:sp>
      <p:sp>
        <p:nvSpPr>
          <p:cNvPr id="16" name="tl-card-2"/>
          <p:cNvSpPr/>
          <p:nvPr/>
        </p:nvSpPr>
        <p:spPr>
          <a:xfrm>
            <a:off x="8212684" y="2834640"/>
            <a:ext cx="3520440" cy="2148840"/>
          </a:xfrm>
          <a:prstGeom prst="roundRect">
            <a:avLst>
              <a:gd name="adj" fmla="val 8511"/>
            </a:avLst>
          </a:prstGeom>
          <a:solidFill>
            <a:schemeClr val="bg2"/>
          </a:solidFill>
          <a:ln w="12700">
            <a:solidFill>
              <a:schemeClr val="bg2"/>
            </a:solidFill>
            <a:prstDash val="solid"/>
          </a:ln>
        </p:spPr>
      </p:sp>
      <p:sp>
        <p:nvSpPr>
          <p:cNvPr id="17" name="Text 14"/>
          <p:cNvSpPr txBox="1"/>
          <p:nvPr/>
        </p:nvSpPr>
        <p:spPr>
          <a:xfrm>
            <a:off x="8349844" y="2834640"/>
            <a:ext cx="3246120" cy="2148840"/>
          </a:xfrm>
          <a:prstGeom prst="rect">
            <a:avLst/>
          </a:prstGeom>
          <a:noFill/>
          <a:ln/>
        </p:spPr>
        <p:txBody>
          <a:bodyPr wrap="square" lIns="0" tIns="0" rIns="0" bIns="0" rtlCol="0" anchor="ctr"/>
          <a:lstStyle/>
          <a:p>
            <a:pPr algn="ctr" indent="0" marL="0">
              <a:buNone/>
            </a:pPr>
            <a:r>
              <a:rPr lang="en-US" sz="3600" b="1" dirty="0">
                <a:solidFill>
                  <a:schemeClr val="tx2"/>
                </a:solidFill>
              </a:rPr>
              <a:t>地域ごとに</a:t>
            </a:r>
            <a:endParaRPr lang="en-US" sz="3600" dirty="0"/>
          </a:p>
          <a:p>
            <a:pPr algn="ctr" indent="0" marL="0">
              <a:buNone/>
            </a:pPr>
            <a:r>
              <a:rPr lang="en-US" sz="3600" b="1" dirty="0">
                <a:solidFill>
                  <a:schemeClr val="tx2"/>
                </a:solidFill>
              </a:rPr>
              <a:t>検査を継続</a:t>
            </a:r>
            <a:endParaRPr lang="en-US" sz="3600" dirty="0"/>
          </a:p>
        </p:txBody>
      </p:sp>
      <p:sp>
        <p:nvSpPr>
          <p:cNvPr id="18" name="revive-msg"/>
          <p:cNvSpPr/>
          <p:nvPr/>
        </p:nvSpPr>
        <p:spPr>
          <a:xfrm>
            <a:off x="457200" y="5303520"/>
            <a:ext cx="11274552" cy="1188720"/>
          </a:xfrm>
          <a:prstGeom prst="roundRect">
            <a:avLst>
              <a:gd name="adj" fmla="val 15385"/>
            </a:avLst>
          </a:prstGeom>
          <a:solidFill>
            <a:schemeClr val="accent2"/>
          </a:solidFill>
          <a:ln w="12700">
            <a:solidFill>
              <a:schemeClr val="accent2"/>
            </a:solidFill>
            <a:prstDash val="solid"/>
          </a:ln>
        </p:spPr>
      </p:sp>
      <p:sp>
        <p:nvSpPr>
          <p:cNvPr id="19" name="Text 16"/>
          <p:cNvSpPr txBox="1"/>
          <p:nvPr/>
        </p:nvSpPr>
        <p:spPr>
          <a:xfrm>
            <a:off x="457200" y="5303520"/>
            <a:ext cx="11274552" cy="1188720"/>
          </a:xfrm>
          <a:prstGeom prst="rect">
            <a:avLst/>
          </a:prstGeom>
          <a:noFill/>
          <a:ln/>
        </p:spPr>
        <p:txBody>
          <a:bodyPr wrap="square" lIns="0" tIns="0" rIns="0" bIns="0" rtlCol="0" anchor="ctr"/>
          <a:lstStyle/>
          <a:p>
            <a:pPr algn="ctr" indent="0" marL="0">
              <a:buNone/>
            </a:pPr>
            <a:r>
              <a:rPr lang="en-US" sz="3200" b="1" dirty="0">
                <a:solidFill>
                  <a:schemeClr val="bg1"/>
                </a:solidFill>
              </a:rPr>
              <a:t>地道な努力が、福島のお米の復興につながる！</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adge-trust"/>
          <p:cNvSpPr/>
          <p:nvPr/>
        </p:nvSpPr>
        <p:spPr>
          <a:xfrm>
            <a:off x="457200" y="320040"/>
            <a:ext cx="868680" cy="868680"/>
          </a:xfrm>
          <a:prstGeom prst="ellipse">
            <a:avLst/>
          </a:prstGeom>
          <a:solidFill>
            <a:schemeClr val="bg1"/>
          </a:solidFill>
          <a:ln w="48260">
            <a:solidFill>
              <a:schemeClr val="accent6"/>
            </a:solidFill>
            <a:prstDash val="solid"/>
          </a:ln>
          <a:effectLst>
            <a:outerShdw sx="100000" sy="100000" kx="0" ky="0" algn="bl" rotWithShape="0" blurRad="101600" dist="25400" dir="5400000">
              <a:srgbClr val="000000">
                <a:alpha val="15000"/>
              </a:srgbClr>
            </a:outerShdw>
          </a:effectLst>
        </p:spPr>
      </p:sp>
      <p:pic>
        <p:nvPicPr>
          <p:cNvPr id="3" name="badge-icon-trust"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信頼ホワイト　農家さんの思い</a:t>
            </a:r>
            <a:endParaRPr lang="en-US" sz="4400" dirty="0"/>
          </a:p>
        </p:txBody>
      </p:sp>
      <p:sp>
        <p:nvSpPr>
          <p:cNvPr id="5" name="trust-before"/>
          <p:cNvSpPr/>
          <p:nvPr/>
        </p:nvSpPr>
        <p:spPr>
          <a:xfrm>
            <a:off x="457200" y="1371600"/>
            <a:ext cx="5394960" cy="3931920"/>
          </a:xfrm>
          <a:prstGeom prst="roundRect">
            <a:avLst>
              <a:gd name="adj" fmla="val 4651"/>
            </a:avLst>
          </a:prstGeom>
          <a:solidFill>
            <a:schemeClr val="bg2"/>
          </a:solidFill>
          <a:ln w="12700">
            <a:solidFill>
              <a:schemeClr val="bg2"/>
            </a:solidFill>
            <a:prstDash val="solid"/>
          </a:ln>
        </p:spPr>
      </p:sp>
      <p:sp>
        <p:nvSpPr>
          <p:cNvPr id="6" name="Text 3"/>
          <p:cNvSpPr txBox="1"/>
          <p:nvPr/>
        </p:nvSpPr>
        <p:spPr>
          <a:xfrm>
            <a:off x="457200" y="1463040"/>
            <a:ext cx="5394960" cy="731520"/>
          </a:xfrm>
          <a:prstGeom prst="rect">
            <a:avLst/>
          </a:prstGeom>
          <a:noFill/>
          <a:ln/>
        </p:spPr>
        <p:txBody>
          <a:bodyPr wrap="square" lIns="0" tIns="0" rIns="0" bIns="0" rtlCol="0" anchor="ctr"/>
          <a:lstStyle/>
          <a:p>
            <a:pPr algn="ctr" indent="0" marL="0">
              <a:buNone/>
            </a:pPr>
            <a:r>
              <a:rPr lang="en-US" sz="3200" b="1" dirty="0">
                <a:solidFill>
                  <a:schemeClr val="tx2"/>
                </a:solidFill>
              </a:rPr>
              <a:t>震災後のお米の表示</a:t>
            </a:r>
            <a:endParaRPr lang="en-US" sz="3200" dirty="0"/>
          </a:p>
        </p:txBody>
      </p:sp>
      <p:sp>
        <p:nvSpPr>
          <p:cNvPr id="7" name="Text 4"/>
          <p:cNvSpPr txBox="1"/>
          <p:nvPr/>
        </p:nvSpPr>
        <p:spPr>
          <a:xfrm>
            <a:off x="457200" y="2194560"/>
            <a:ext cx="5394960" cy="822960"/>
          </a:xfrm>
          <a:prstGeom prst="rect">
            <a:avLst/>
          </a:prstGeom>
          <a:noFill/>
          <a:ln/>
        </p:spPr>
        <p:txBody>
          <a:bodyPr wrap="square" lIns="0" tIns="0" rIns="0" bIns="0" rtlCol="0" anchor="ctr"/>
          <a:lstStyle/>
          <a:p>
            <a:pPr algn="ctr" indent="0" marL="0">
              <a:buNone/>
            </a:pPr>
            <a:r>
              <a:rPr lang="en-US" sz="4400" b="1" strike="sngStrike" dirty="0">
                <a:solidFill>
                  <a:srgbClr val="9AA8B5"/>
                </a:solidFill>
              </a:rPr>
              <a:t>福島県産</a:t>
            </a:r>
            <a:endParaRPr lang="en-US" sz="4400" dirty="0"/>
          </a:p>
        </p:txBody>
      </p:sp>
      <p:sp>
        <p:nvSpPr>
          <p:cNvPr id="8" name="Text 5"/>
          <p:cNvSpPr txBox="1"/>
          <p:nvPr/>
        </p:nvSpPr>
        <p:spPr>
          <a:xfrm>
            <a:off x="457200" y="2971800"/>
            <a:ext cx="5394960" cy="548640"/>
          </a:xfrm>
          <a:prstGeom prst="rect">
            <a:avLst/>
          </a:prstGeom>
          <a:noFill/>
          <a:ln/>
        </p:spPr>
        <p:txBody>
          <a:bodyPr wrap="square" lIns="0" tIns="0" rIns="0" bIns="0" rtlCol="0" anchor="ctr"/>
          <a:lstStyle/>
          <a:p>
            <a:pPr algn="ctr" indent="0" marL="0">
              <a:buNone/>
            </a:pPr>
            <a:r>
              <a:rPr lang="en-US" sz="3200" dirty="0">
                <a:solidFill>
                  <a:schemeClr val="tx1"/>
                </a:solidFill>
              </a:rPr>
              <a:t>↓</a:t>
            </a:r>
            <a:endParaRPr lang="en-US" sz="3200" dirty="0"/>
          </a:p>
        </p:txBody>
      </p:sp>
      <p:sp>
        <p:nvSpPr>
          <p:cNvPr id="9" name="Text 6"/>
          <p:cNvSpPr txBox="1"/>
          <p:nvPr/>
        </p:nvSpPr>
        <p:spPr>
          <a:xfrm>
            <a:off x="457200" y="3520440"/>
            <a:ext cx="5394960" cy="822960"/>
          </a:xfrm>
          <a:prstGeom prst="rect">
            <a:avLst/>
          </a:prstGeom>
          <a:noFill/>
          <a:ln/>
        </p:spPr>
        <p:txBody>
          <a:bodyPr wrap="square" lIns="0" tIns="0" rIns="0" bIns="0" rtlCol="0" anchor="ctr"/>
          <a:lstStyle/>
          <a:p>
            <a:pPr algn="ctr" indent="0" marL="0">
              <a:buNone/>
            </a:pPr>
            <a:r>
              <a:rPr lang="en-US" sz="3600" b="1" dirty="0">
                <a:solidFill>
                  <a:schemeClr val="tx1"/>
                </a:solidFill>
              </a:rPr>
              <a:t>国産米・東北のお米</a:t>
            </a:r>
            <a:endParaRPr lang="en-US" sz="3600" dirty="0"/>
          </a:p>
        </p:txBody>
      </p:sp>
      <p:sp>
        <p:nvSpPr>
          <p:cNvPr id="10" name="Text 7"/>
          <p:cNvSpPr txBox="1"/>
          <p:nvPr/>
        </p:nvSpPr>
        <p:spPr>
          <a:xfrm>
            <a:off x="457200" y="4389120"/>
            <a:ext cx="5394960" cy="822960"/>
          </a:xfrm>
          <a:prstGeom prst="rect">
            <a:avLst/>
          </a:prstGeom>
          <a:noFill/>
          <a:ln/>
        </p:spPr>
        <p:txBody>
          <a:bodyPr wrap="square" lIns="0" tIns="0" rIns="0" bIns="0" rtlCol="0" anchor="ctr"/>
          <a:lstStyle/>
          <a:p>
            <a:pPr algn="ctr" indent="0" marL="0">
              <a:buNone/>
            </a:pPr>
            <a:r>
              <a:rPr lang="en-US" sz="4400" b="1" dirty="0">
                <a:solidFill>
                  <a:schemeClr val="accent3"/>
                </a:solidFill>
              </a:rPr>
              <a:t>くやしい！</a:t>
            </a:r>
            <a:endParaRPr lang="en-US" sz="4400" dirty="0"/>
          </a:p>
        </p:txBody>
      </p:sp>
      <p:sp>
        <p:nvSpPr>
          <p:cNvPr id="11" name="trust-arrow"/>
          <p:cNvSpPr/>
          <p:nvPr/>
        </p:nvSpPr>
        <p:spPr>
          <a:xfrm>
            <a:off x="5943600" y="3063240"/>
            <a:ext cx="457200" cy="548640"/>
          </a:xfrm>
          <a:prstGeom prst="rightArrow">
            <a:avLst/>
          </a:prstGeom>
          <a:solidFill>
            <a:schemeClr val="accent6"/>
          </a:solidFill>
          <a:ln w="12700">
            <a:solidFill>
              <a:schemeClr val="accent6"/>
            </a:solidFill>
            <a:prstDash val="solid"/>
          </a:ln>
        </p:spPr>
      </p:sp>
      <p:sp>
        <p:nvSpPr>
          <p:cNvPr id="12" name="trust-after"/>
          <p:cNvSpPr/>
          <p:nvPr/>
        </p:nvSpPr>
        <p:spPr>
          <a:xfrm>
            <a:off x="6492240" y="1371600"/>
            <a:ext cx="5239512" cy="3931920"/>
          </a:xfrm>
          <a:prstGeom prst="roundRect">
            <a:avLst>
              <a:gd name="adj" fmla="val 4651"/>
            </a:avLst>
          </a:prstGeom>
          <a:solidFill>
            <a:schemeClr val="accent6"/>
          </a:solidFill>
          <a:ln w="12700">
            <a:solidFill>
              <a:schemeClr val="accent6"/>
            </a:solidFill>
            <a:prstDash val="solid"/>
          </a:ln>
          <a:effectLst>
            <a:outerShdw sx="100000" sy="100000" kx="0" ky="0" algn="bl" rotWithShape="0" blurRad="101600" dist="25400" dir="5400000">
              <a:srgbClr val="000000">
                <a:alpha val="15000"/>
              </a:srgbClr>
            </a:outerShdw>
          </a:effectLst>
        </p:spPr>
      </p:sp>
      <p:sp>
        <p:nvSpPr>
          <p:cNvPr id="13" name="Text 10"/>
          <p:cNvSpPr txBox="1"/>
          <p:nvPr/>
        </p:nvSpPr>
        <p:spPr>
          <a:xfrm>
            <a:off x="6492240" y="1463040"/>
            <a:ext cx="5239512" cy="731520"/>
          </a:xfrm>
          <a:prstGeom prst="rect">
            <a:avLst/>
          </a:prstGeom>
          <a:noFill/>
          <a:ln/>
        </p:spPr>
        <p:txBody>
          <a:bodyPr wrap="square" lIns="0" tIns="0" rIns="0" bIns="0" rtlCol="0" anchor="ctr"/>
          <a:lstStyle/>
          <a:p>
            <a:pPr algn="ctr" indent="0" marL="0">
              <a:buNone/>
            </a:pPr>
            <a:r>
              <a:rPr lang="en-US" sz="3200" b="1" dirty="0">
                <a:solidFill>
                  <a:schemeClr val="bg1"/>
                </a:solidFill>
              </a:rPr>
              <a:t>それでも…</a:t>
            </a:r>
            <a:endParaRPr lang="en-US" sz="3200" dirty="0"/>
          </a:p>
        </p:txBody>
      </p:sp>
      <p:pic>
        <p:nvPicPr>
          <p:cNvPr id="14" name="trust-farmer" descr="preencoded.png">    </p:cNvPr>
          <p:cNvPicPr>
            <a:picLocks noChangeAspect="1"/>
          </p:cNvPicPr>
          <p:nvPr/>
        </p:nvPicPr>
        <p:blipFill>
          <a:blip r:embed="rId2"/>
          <a:stretch>
            <a:fillRect/>
          </a:stretch>
        </p:blipFill>
        <p:spPr>
          <a:xfrm>
            <a:off x="8613648" y="2194560"/>
            <a:ext cx="1005840" cy="1005840"/>
          </a:xfrm>
          <a:prstGeom prst="rect">
            <a:avLst/>
          </a:prstGeom>
        </p:spPr>
      </p:pic>
      <p:sp>
        <p:nvSpPr>
          <p:cNvPr id="15" name="Text 11"/>
          <p:cNvSpPr txBox="1"/>
          <p:nvPr/>
        </p:nvSpPr>
        <p:spPr>
          <a:xfrm>
            <a:off x="6492240" y="3291840"/>
            <a:ext cx="5239512" cy="822960"/>
          </a:xfrm>
          <a:prstGeom prst="rect">
            <a:avLst/>
          </a:prstGeom>
          <a:noFill/>
          <a:ln/>
        </p:spPr>
        <p:txBody>
          <a:bodyPr wrap="square" lIns="0" tIns="0" rIns="0" bIns="0" rtlCol="0" anchor="ctr"/>
          <a:lstStyle/>
          <a:p>
            <a:pPr algn="ctr" indent="0" marL="0">
              <a:buNone/>
            </a:pPr>
            <a:r>
              <a:rPr lang="en-US" sz="3200" b="1" dirty="0">
                <a:solidFill>
                  <a:schemeClr val="bg1"/>
                </a:solidFill>
              </a:rPr>
              <a:t>技術・土地・環境を</a:t>
            </a:r>
            <a:endParaRPr lang="en-US" sz="3200" dirty="0"/>
          </a:p>
        </p:txBody>
      </p:sp>
      <p:sp>
        <p:nvSpPr>
          <p:cNvPr id="16" name="Text 12"/>
          <p:cNvSpPr txBox="1"/>
          <p:nvPr/>
        </p:nvSpPr>
        <p:spPr>
          <a:xfrm>
            <a:off x="6492240" y="4114800"/>
            <a:ext cx="5239512" cy="1005840"/>
          </a:xfrm>
          <a:prstGeom prst="rect">
            <a:avLst/>
          </a:prstGeom>
          <a:noFill/>
          <a:ln/>
        </p:spPr>
        <p:txBody>
          <a:bodyPr wrap="square" lIns="0" tIns="0" rIns="0" bIns="0" rtlCol="0" anchor="ctr"/>
          <a:lstStyle/>
          <a:p>
            <a:pPr algn="ctr" indent="0" marL="0">
              <a:buNone/>
            </a:pPr>
            <a:r>
              <a:rPr lang="en-US" sz="5600" b="1" dirty="0">
                <a:solidFill>
                  <a:schemeClr val="bg1"/>
                </a:solidFill>
              </a:rPr>
              <a:t>次の世代へ</a:t>
            </a:r>
            <a:endParaRPr lang="en-US" sz="5600" dirty="0"/>
          </a:p>
        </p:txBody>
      </p:sp>
      <p:sp>
        <p:nvSpPr>
          <p:cNvPr id="17" name="Text 13"/>
          <p:cNvSpPr txBox="1"/>
          <p:nvPr/>
        </p:nvSpPr>
        <p:spPr>
          <a:xfrm>
            <a:off x="457200" y="5532120"/>
            <a:ext cx="11274552" cy="1005840"/>
          </a:xfrm>
          <a:prstGeom prst="rect">
            <a:avLst/>
          </a:prstGeom>
          <a:noFill/>
          <a:ln/>
        </p:spPr>
        <p:txBody>
          <a:bodyPr wrap="square" lIns="0" tIns="0" rIns="0" bIns="0" rtlCol="0" anchor="ctr"/>
          <a:lstStyle/>
          <a:p>
            <a:pPr algn="ctr" indent="0" marL="0">
              <a:buNone/>
            </a:pPr>
            <a:r>
              <a:rPr lang="en-US" sz="3200" b="1" dirty="0">
                <a:solidFill>
                  <a:schemeClr val="accent6"/>
                </a:solidFill>
              </a:rPr>
              <a:t>農家さんの思いを、たくさんの人に伝えたい！</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adge-taste"/>
          <p:cNvSpPr/>
          <p:nvPr/>
        </p:nvSpPr>
        <p:spPr>
          <a:xfrm>
            <a:off x="457200" y="320040"/>
            <a:ext cx="868680" cy="868680"/>
          </a:xfrm>
          <a:prstGeom prst="ellipse">
            <a:avLst/>
          </a:prstGeom>
          <a:solidFill>
            <a:schemeClr val="bg1"/>
          </a:solidFill>
          <a:ln w="48260">
            <a:solidFill>
              <a:schemeClr val="accent1"/>
            </a:solidFill>
            <a:prstDash val="solid"/>
          </a:ln>
          <a:effectLst>
            <a:outerShdw sx="100000" sy="100000" kx="0" ky="0" algn="bl" rotWithShape="0" blurRad="101600" dist="25400" dir="5400000">
              <a:srgbClr val="000000">
                <a:alpha val="15000"/>
              </a:srgbClr>
            </a:outerShdw>
          </a:effectLst>
        </p:spPr>
      </p:sp>
      <p:pic>
        <p:nvPicPr>
          <p:cNvPr id="3" name="badge-icon-taste"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おいしさホワイト　クイズ！</a:t>
            </a:r>
            <a:endParaRPr lang="en-US" sz="4400" dirty="0"/>
          </a:p>
        </p:txBody>
      </p:sp>
      <p:sp>
        <p:nvSpPr>
          <p:cNvPr id="5" name="q-mark"/>
          <p:cNvSpPr/>
          <p:nvPr/>
        </p:nvSpPr>
        <p:spPr>
          <a:xfrm>
            <a:off x="457200" y="1463040"/>
            <a:ext cx="1097280" cy="1097280"/>
          </a:xfrm>
          <a:prstGeom prst="ellipse">
            <a:avLst/>
          </a:prstGeom>
          <a:solidFill>
            <a:schemeClr val="accent3"/>
          </a:solidFill>
          <a:ln w="12700">
            <a:solidFill>
              <a:schemeClr val="accent3"/>
            </a:solidFill>
            <a:prstDash val="solid"/>
          </a:ln>
        </p:spPr>
      </p:sp>
      <p:sp>
        <p:nvSpPr>
          <p:cNvPr id="6" name="Text 3"/>
          <p:cNvSpPr txBox="1"/>
          <p:nvPr/>
        </p:nvSpPr>
        <p:spPr>
          <a:xfrm>
            <a:off x="457200" y="1463040"/>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rPr>
              <a:t>Q</a:t>
            </a:r>
            <a:endParaRPr lang="en-US" sz="4400" dirty="0"/>
          </a:p>
        </p:txBody>
      </p:sp>
      <p:sp>
        <p:nvSpPr>
          <p:cNvPr id="7" name="Text 4"/>
          <p:cNvSpPr txBox="1"/>
          <p:nvPr/>
        </p:nvSpPr>
        <p:spPr>
          <a:xfrm>
            <a:off x="1783080" y="1371600"/>
            <a:ext cx="9966960" cy="1737360"/>
          </a:xfrm>
          <a:prstGeom prst="rect">
            <a:avLst/>
          </a:prstGeom>
          <a:noFill/>
          <a:ln/>
        </p:spPr>
        <p:txBody>
          <a:bodyPr wrap="square" lIns="0" tIns="0" rIns="0" bIns="0" rtlCol="0" anchor="ctr"/>
          <a:lstStyle/>
          <a:p>
            <a:pPr indent="0" marL="0">
              <a:buNone/>
            </a:pPr>
            <a:r>
              <a:rPr lang="en-US" sz="4400" b="1" dirty="0">
                <a:solidFill>
                  <a:schemeClr val="tx2"/>
                </a:solidFill>
              </a:rPr>
              <a:t>みいねプライマルさんで</a:t>
            </a:r>
            <a:endParaRPr lang="en-US" sz="4400" dirty="0"/>
          </a:p>
          <a:p>
            <a:pPr indent="0" marL="0">
              <a:buNone/>
            </a:pPr>
            <a:r>
              <a:rPr lang="en-US" sz="4400" b="1" dirty="0">
                <a:solidFill>
                  <a:schemeClr val="tx2"/>
                </a:solidFill>
              </a:rPr>
              <a:t>作られているお米はどれ？</a:t>
            </a:r>
            <a:endParaRPr lang="en-US" sz="4400" dirty="0"/>
          </a:p>
        </p:txBody>
      </p:sp>
      <p:sp>
        <p:nvSpPr>
          <p:cNvPr id="8" name="opt-①"/>
          <p:cNvSpPr/>
          <p:nvPr/>
        </p:nvSpPr>
        <p:spPr>
          <a:xfrm>
            <a:off x="458572" y="3429000"/>
            <a:ext cx="3611880" cy="2194560"/>
          </a:xfrm>
          <a:prstGeom prst="roundRect">
            <a:avLst>
              <a:gd name="adj" fmla="val 8333"/>
            </a:avLst>
          </a:prstGeom>
          <a:solidFill>
            <a:schemeClr val="bg2"/>
          </a:solidFill>
          <a:ln w="12700">
            <a:solidFill>
              <a:schemeClr val="bg2"/>
            </a:solidFill>
            <a:prstDash val="solid"/>
          </a:ln>
        </p:spPr>
      </p:sp>
      <p:sp>
        <p:nvSpPr>
          <p:cNvPr id="9" name="Text 6"/>
          <p:cNvSpPr txBox="1"/>
          <p:nvPr/>
        </p:nvSpPr>
        <p:spPr>
          <a:xfrm>
            <a:off x="687172" y="3429000"/>
            <a:ext cx="731520" cy="2194560"/>
          </a:xfrm>
          <a:prstGeom prst="rect">
            <a:avLst/>
          </a:prstGeom>
          <a:noFill/>
          <a:ln/>
        </p:spPr>
        <p:txBody>
          <a:bodyPr wrap="square" lIns="0" tIns="0" rIns="0" bIns="0" rtlCol="0" anchor="ctr"/>
          <a:lstStyle/>
          <a:p>
            <a:pPr algn="ctr" indent="0" marL="0">
              <a:buNone/>
            </a:pPr>
            <a:r>
              <a:rPr lang="en-US" sz="4400" b="1" dirty="0">
                <a:solidFill>
                  <a:schemeClr val="accent3"/>
                </a:solidFill>
              </a:rPr>
              <a:t>①</a:t>
            </a:r>
            <a:endParaRPr lang="en-US" sz="4400" dirty="0"/>
          </a:p>
        </p:txBody>
      </p:sp>
      <p:sp>
        <p:nvSpPr>
          <p:cNvPr id="10" name="Text 7"/>
          <p:cNvSpPr txBox="1"/>
          <p:nvPr/>
        </p:nvSpPr>
        <p:spPr>
          <a:xfrm>
            <a:off x="1601572" y="3429000"/>
            <a:ext cx="2331720" cy="2194560"/>
          </a:xfrm>
          <a:prstGeom prst="rect">
            <a:avLst/>
          </a:prstGeom>
          <a:noFill/>
          <a:ln/>
        </p:spPr>
        <p:txBody>
          <a:bodyPr wrap="square" lIns="0" tIns="0" rIns="0" bIns="0" rtlCol="0" anchor="ctr"/>
          <a:lstStyle/>
          <a:p>
            <a:pPr algn="l" indent="0" marL="0">
              <a:buNone/>
            </a:pPr>
            <a:r>
              <a:rPr lang="en-US" sz="3200" b="1" dirty="0">
                <a:solidFill>
                  <a:schemeClr val="tx1"/>
                </a:solidFill>
              </a:rPr>
              <a:t>つきあかり</a:t>
            </a:r>
            <a:endParaRPr lang="en-US" sz="3200" dirty="0"/>
          </a:p>
        </p:txBody>
      </p:sp>
      <p:sp>
        <p:nvSpPr>
          <p:cNvPr id="11" name="opt-②"/>
          <p:cNvSpPr/>
          <p:nvPr/>
        </p:nvSpPr>
        <p:spPr>
          <a:xfrm>
            <a:off x="4289908" y="3429000"/>
            <a:ext cx="3611880" cy="2194560"/>
          </a:xfrm>
          <a:prstGeom prst="roundRect">
            <a:avLst>
              <a:gd name="adj" fmla="val 8333"/>
            </a:avLst>
          </a:prstGeom>
          <a:solidFill>
            <a:schemeClr val="bg2"/>
          </a:solidFill>
          <a:ln w="12700">
            <a:solidFill>
              <a:schemeClr val="bg2"/>
            </a:solidFill>
            <a:prstDash val="solid"/>
          </a:ln>
        </p:spPr>
      </p:sp>
      <p:sp>
        <p:nvSpPr>
          <p:cNvPr id="12" name="Text 9"/>
          <p:cNvSpPr txBox="1"/>
          <p:nvPr/>
        </p:nvSpPr>
        <p:spPr>
          <a:xfrm>
            <a:off x="4518508" y="3429000"/>
            <a:ext cx="731520" cy="2194560"/>
          </a:xfrm>
          <a:prstGeom prst="rect">
            <a:avLst/>
          </a:prstGeom>
          <a:noFill/>
          <a:ln/>
        </p:spPr>
        <p:txBody>
          <a:bodyPr wrap="square" lIns="0" tIns="0" rIns="0" bIns="0" rtlCol="0" anchor="ctr"/>
          <a:lstStyle/>
          <a:p>
            <a:pPr algn="ctr" indent="0" marL="0">
              <a:buNone/>
            </a:pPr>
            <a:r>
              <a:rPr lang="en-US" sz="4400" b="1" dirty="0">
                <a:solidFill>
                  <a:schemeClr val="accent3"/>
                </a:solidFill>
              </a:rPr>
              <a:t>②</a:t>
            </a:r>
            <a:endParaRPr lang="en-US" sz="4400" dirty="0"/>
          </a:p>
        </p:txBody>
      </p:sp>
      <p:sp>
        <p:nvSpPr>
          <p:cNvPr id="13" name="Text 10"/>
          <p:cNvSpPr txBox="1"/>
          <p:nvPr/>
        </p:nvSpPr>
        <p:spPr>
          <a:xfrm>
            <a:off x="5432908" y="3429000"/>
            <a:ext cx="2331720" cy="2194560"/>
          </a:xfrm>
          <a:prstGeom prst="rect">
            <a:avLst/>
          </a:prstGeom>
          <a:noFill/>
          <a:ln/>
        </p:spPr>
        <p:txBody>
          <a:bodyPr wrap="square" lIns="0" tIns="0" rIns="0" bIns="0" rtlCol="0" anchor="ctr"/>
          <a:lstStyle/>
          <a:p>
            <a:pPr algn="l" indent="0" marL="0">
              <a:buNone/>
            </a:pPr>
            <a:r>
              <a:rPr lang="en-US" sz="3200" b="1" dirty="0">
                <a:solidFill>
                  <a:schemeClr val="tx1"/>
                </a:solidFill>
              </a:rPr>
              <a:t>ミルキー</a:t>
            </a:r>
            <a:endParaRPr lang="en-US" sz="3200" dirty="0"/>
          </a:p>
          <a:p>
            <a:pPr algn="l" indent="0" marL="0">
              <a:buNone/>
            </a:pPr>
            <a:r>
              <a:rPr lang="en-US" sz="3200" b="1" dirty="0">
                <a:solidFill>
                  <a:schemeClr val="tx1"/>
                </a:solidFill>
              </a:rPr>
              <a:t>クイーン</a:t>
            </a:r>
            <a:endParaRPr lang="en-US" sz="3200" dirty="0"/>
          </a:p>
        </p:txBody>
      </p:sp>
      <p:sp>
        <p:nvSpPr>
          <p:cNvPr id="14" name="opt-③"/>
          <p:cNvSpPr/>
          <p:nvPr/>
        </p:nvSpPr>
        <p:spPr>
          <a:xfrm>
            <a:off x="8121244" y="3429000"/>
            <a:ext cx="3611880" cy="2194560"/>
          </a:xfrm>
          <a:prstGeom prst="roundRect">
            <a:avLst>
              <a:gd name="adj" fmla="val 8333"/>
            </a:avLst>
          </a:prstGeom>
          <a:solidFill>
            <a:schemeClr val="bg2"/>
          </a:solidFill>
          <a:ln w="12700">
            <a:solidFill>
              <a:schemeClr val="bg2"/>
            </a:solidFill>
            <a:prstDash val="solid"/>
          </a:ln>
        </p:spPr>
      </p:sp>
      <p:sp>
        <p:nvSpPr>
          <p:cNvPr id="15" name="Text 12"/>
          <p:cNvSpPr txBox="1"/>
          <p:nvPr/>
        </p:nvSpPr>
        <p:spPr>
          <a:xfrm>
            <a:off x="8349844" y="3429000"/>
            <a:ext cx="731520" cy="2194560"/>
          </a:xfrm>
          <a:prstGeom prst="rect">
            <a:avLst/>
          </a:prstGeom>
          <a:noFill/>
          <a:ln/>
        </p:spPr>
        <p:txBody>
          <a:bodyPr wrap="square" lIns="0" tIns="0" rIns="0" bIns="0" rtlCol="0" anchor="ctr"/>
          <a:lstStyle/>
          <a:p>
            <a:pPr algn="ctr" indent="0" marL="0">
              <a:buNone/>
            </a:pPr>
            <a:r>
              <a:rPr lang="en-US" sz="4400" b="1" dirty="0">
                <a:solidFill>
                  <a:schemeClr val="accent3"/>
                </a:solidFill>
              </a:rPr>
              <a:t>③</a:t>
            </a:r>
            <a:endParaRPr lang="en-US" sz="4400" dirty="0"/>
          </a:p>
        </p:txBody>
      </p:sp>
      <p:sp>
        <p:nvSpPr>
          <p:cNvPr id="16" name="Text 13"/>
          <p:cNvSpPr txBox="1"/>
          <p:nvPr/>
        </p:nvSpPr>
        <p:spPr>
          <a:xfrm>
            <a:off x="9264244" y="3429000"/>
            <a:ext cx="2331720" cy="2194560"/>
          </a:xfrm>
          <a:prstGeom prst="rect">
            <a:avLst/>
          </a:prstGeom>
          <a:noFill/>
          <a:ln/>
        </p:spPr>
        <p:txBody>
          <a:bodyPr wrap="square" lIns="0" tIns="0" rIns="0" bIns="0" rtlCol="0" anchor="ctr"/>
          <a:lstStyle/>
          <a:p>
            <a:pPr algn="l" indent="0" marL="0">
              <a:buNone/>
            </a:pPr>
            <a:r>
              <a:rPr lang="en-US" sz="3200" b="1" dirty="0">
                <a:solidFill>
                  <a:schemeClr val="tx1"/>
                </a:solidFill>
              </a:rPr>
              <a:t>プリンセス</a:t>
            </a:r>
            <a:endParaRPr lang="en-US" sz="3200" dirty="0"/>
          </a:p>
          <a:p>
            <a:pPr algn="l" indent="0" marL="0">
              <a:buNone/>
            </a:pPr>
            <a:r>
              <a:rPr lang="en-US" sz="3200" b="1" dirty="0">
                <a:solidFill>
                  <a:schemeClr val="tx1"/>
                </a:solidFill>
              </a:rPr>
              <a:t>サリー</a:t>
            </a:r>
            <a:endParaRPr lang="en-US" sz="3200" dirty="0"/>
          </a:p>
        </p:txBody>
      </p:sp>
      <p:sp>
        <p:nvSpPr>
          <p:cNvPr id="17" name="Text 14"/>
          <p:cNvSpPr txBox="1"/>
          <p:nvPr/>
        </p:nvSpPr>
        <p:spPr>
          <a:xfrm>
            <a:off x="457200" y="5897880"/>
            <a:ext cx="11247120" cy="731520"/>
          </a:xfrm>
          <a:prstGeom prst="rect">
            <a:avLst/>
          </a:prstGeom>
          <a:noFill/>
          <a:ln/>
        </p:spPr>
        <p:txBody>
          <a:bodyPr wrap="square" lIns="0" tIns="0" rIns="0" bIns="0" rtlCol="0" anchor="ctr"/>
          <a:lstStyle/>
          <a:p>
            <a:pPr algn="ctr" indent="0" marL="0">
              <a:buNone/>
            </a:pPr>
            <a:r>
              <a:rPr lang="en-US" sz="3200" b="1" dirty="0">
                <a:solidFill>
                  <a:schemeClr val="accent1"/>
                </a:solidFill>
              </a:rPr>
              <a:t>手をあげてください！</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dge-taste"/>
          <p:cNvSpPr/>
          <p:nvPr/>
        </p:nvSpPr>
        <p:spPr>
          <a:xfrm>
            <a:off x="457200" y="320040"/>
            <a:ext cx="868680" cy="868680"/>
          </a:xfrm>
          <a:prstGeom prst="ellipse">
            <a:avLst/>
          </a:prstGeom>
          <a:solidFill>
            <a:schemeClr val="bg1"/>
          </a:solidFill>
          <a:ln w="48260">
            <a:solidFill>
              <a:schemeClr val="accent1"/>
            </a:solidFill>
            <a:prstDash val="solid"/>
          </a:ln>
          <a:effectLst>
            <a:outerShdw sx="100000" sy="100000" kx="0" ky="0" algn="bl" rotWithShape="0" blurRad="101600" dist="25400" dir="5400000">
              <a:srgbClr val="000000">
                <a:alpha val="15000"/>
              </a:srgbClr>
            </a:outerShdw>
          </a:effectLst>
        </p:spPr>
      </p:sp>
      <p:pic>
        <p:nvPicPr>
          <p:cNvPr id="3" name="badge-icon-taste"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正解は…①②③ 全部！</a:t>
            </a:r>
            <a:endParaRPr lang="en-US" sz="4400" dirty="0"/>
          </a:p>
        </p:txBody>
      </p:sp>
      <p:sp>
        <p:nvSpPr>
          <p:cNvPr id="5" name="Text 2"/>
          <p:cNvSpPr txBox="1"/>
          <p:nvPr/>
        </p:nvSpPr>
        <p:spPr>
          <a:xfrm>
            <a:off x="457200" y="1325880"/>
            <a:ext cx="4846320" cy="731520"/>
          </a:xfrm>
          <a:prstGeom prst="rect">
            <a:avLst/>
          </a:prstGeom>
          <a:noFill/>
          <a:ln/>
        </p:spPr>
        <p:txBody>
          <a:bodyPr wrap="square" lIns="0" tIns="0" rIns="0" bIns="0" rtlCol="0" anchor="ctr"/>
          <a:lstStyle/>
          <a:p>
            <a:pPr indent="0" marL="0">
              <a:buNone/>
            </a:pPr>
            <a:r>
              <a:rPr lang="en-US" sz="3200" b="1" dirty="0">
                <a:solidFill>
                  <a:schemeClr val="tx1"/>
                </a:solidFill>
              </a:rPr>
              <a:t>ほかにも…</a:t>
            </a:r>
            <a:endParaRPr lang="en-US" sz="3200" dirty="0"/>
          </a:p>
        </p:txBody>
      </p:sp>
      <p:sp>
        <p:nvSpPr>
          <p:cNvPr id="6" name="rice-0"/>
          <p:cNvSpPr/>
          <p:nvPr/>
        </p:nvSpPr>
        <p:spPr>
          <a:xfrm>
            <a:off x="457200" y="2148840"/>
            <a:ext cx="4846320" cy="822960"/>
          </a:xfrm>
          <a:prstGeom prst="roundRect">
            <a:avLst>
              <a:gd name="adj" fmla="val 50000"/>
            </a:avLst>
          </a:prstGeom>
          <a:solidFill>
            <a:schemeClr val="bg2"/>
          </a:solidFill>
          <a:ln w="12700">
            <a:solidFill>
              <a:schemeClr val="bg2"/>
            </a:solidFill>
            <a:prstDash val="solid"/>
          </a:ln>
        </p:spPr>
      </p:sp>
      <p:sp>
        <p:nvSpPr>
          <p:cNvPr id="7" name="Text 4"/>
          <p:cNvSpPr txBox="1"/>
          <p:nvPr/>
        </p:nvSpPr>
        <p:spPr>
          <a:xfrm>
            <a:off x="457200" y="2148840"/>
            <a:ext cx="4846320" cy="822960"/>
          </a:xfrm>
          <a:prstGeom prst="rect">
            <a:avLst/>
          </a:prstGeom>
          <a:noFill/>
          <a:ln/>
        </p:spPr>
        <p:txBody>
          <a:bodyPr wrap="square" lIns="0" tIns="0" rIns="0" bIns="0" rtlCol="0" anchor="ctr"/>
          <a:lstStyle/>
          <a:p>
            <a:pPr algn="ctr" indent="0" marL="0">
              <a:buNone/>
            </a:pPr>
            <a:r>
              <a:rPr lang="en-US" sz="3200" b="1" dirty="0">
                <a:solidFill>
                  <a:schemeClr val="tx1"/>
                </a:solidFill>
              </a:rPr>
              <a:t>ひとめぼれ</a:t>
            </a:r>
            <a:endParaRPr lang="en-US" sz="3200" dirty="0"/>
          </a:p>
        </p:txBody>
      </p:sp>
      <p:sp>
        <p:nvSpPr>
          <p:cNvPr id="8" name="rice-1"/>
          <p:cNvSpPr/>
          <p:nvPr/>
        </p:nvSpPr>
        <p:spPr>
          <a:xfrm>
            <a:off x="457200" y="3154680"/>
            <a:ext cx="4846320" cy="822960"/>
          </a:xfrm>
          <a:prstGeom prst="roundRect">
            <a:avLst>
              <a:gd name="adj" fmla="val 50000"/>
            </a:avLst>
          </a:prstGeom>
          <a:solidFill>
            <a:schemeClr val="bg2"/>
          </a:solidFill>
          <a:ln w="12700">
            <a:solidFill>
              <a:schemeClr val="bg2"/>
            </a:solidFill>
            <a:prstDash val="solid"/>
          </a:ln>
        </p:spPr>
      </p:sp>
      <p:sp>
        <p:nvSpPr>
          <p:cNvPr id="9" name="Text 6"/>
          <p:cNvSpPr txBox="1"/>
          <p:nvPr/>
        </p:nvSpPr>
        <p:spPr>
          <a:xfrm>
            <a:off x="457200" y="3154680"/>
            <a:ext cx="4846320" cy="822960"/>
          </a:xfrm>
          <a:prstGeom prst="rect">
            <a:avLst/>
          </a:prstGeom>
          <a:noFill/>
          <a:ln/>
        </p:spPr>
        <p:txBody>
          <a:bodyPr wrap="square" lIns="0" tIns="0" rIns="0" bIns="0" rtlCol="0" anchor="ctr"/>
          <a:lstStyle/>
          <a:p>
            <a:pPr algn="ctr" indent="0" marL="0">
              <a:buNone/>
            </a:pPr>
            <a:r>
              <a:rPr lang="en-US" sz="3200" b="1" dirty="0">
                <a:solidFill>
                  <a:schemeClr val="tx1"/>
                </a:solidFill>
              </a:rPr>
              <a:t>コシヒカリ</a:t>
            </a:r>
            <a:endParaRPr lang="en-US" sz="3200" dirty="0"/>
          </a:p>
        </p:txBody>
      </p:sp>
      <p:sp>
        <p:nvSpPr>
          <p:cNvPr id="10" name="rice-2"/>
          <p:cNvSpPr/>
          <p:nvPr/>
        </p:nvSpPr>
        <p:spPr>
          <a:xfrm>
            <a:off x="457200" y="4160520"/>
            <a:ext cx="4846320" cy="822960"/>
          </a:xfrm>
          <a:prstGeom prst="roundRect">
            <a:avLst>
              <a:gd name="adj" fmla="val 50000"/>
            </a:avLst>
          </a:prstGeom>
          <a:solidFill>
            <a:schemeClr val="bg2"/>
          </a:solidFill>
          <a:ln w="12700">
            <a:solidFill>
              <a:schemeClr val="bg2"/>
            </a:solidFill>
            <a:prstDash val="solid"/>
          </a:ln>
        </p:spPr>
      </p:sp>
      <p:sp>
        <p:nvSpPr>
          <p:cNvPr id="11" name="Text 8"/>
          <p:cNvSpPr txBox="1"/>
          <p:nvPr/>
        </p:nvSpPr>
        <p:spPr>
          <a:xfrm>
            <a:off x="457200" y="4160520"/>
            <a:ext cx="4846320" cy="822960"/>
          </a:xfrm>
          <a:prstGeom prst="rect">
            <a:avLst/>
          </a:prstGeom>
          <a:noFill/>
          <a:ln/>
        </p:spPr>
        <p:txBody>
          <a:bodyPr wrap="square" lIns="0" tIns="0" rIns="0" bIns="0" rtlCol="0" anchor="ctr"/>
          <a:lstStyle/>
          <a:p>
            <a:pPr algn="ctr" indent="0" marL="0">
              <a:buNone/>
            </a:pPr>
            <a:r>
              <a:rPr lang="en-US" sz="3200" b="1" dirty="0">
                <a:solidFill>
                  <a:schemeClr val="tx1"/>
                </a:solidFill>
              </a:rPr>
              <a:t>天のつぶ</a:t>
            </a:r>
            <a:endParaRPr lang="en-US" sz="3200" dirty="0"/>
          </a:p>
        </p:txBody>
      </p:sp>
      <p:sp>
        <p:nvSpPr>
          <p:cNvPr id="12" name="mayumihime-card"/>
          <p:cNvSpPr/>
          <p:nvPr/>
        </p:nvSpPr>
        <p:spPr>
          <a:xfrm>
            <a:off x="5623560" y="1325880"/>
            <a:ext cx="6108192" cy="3794760"/>
          </a:xfrm>
          <a:prstGeom prst="roundRect">
            <a:avLst>
              <a:gd name="adj" fmla="val 4819"/>
            </a:avLst>
          </a:prstGeom>
          <a:solidFill>
            <a:schemeClr val="tx2"/>
          </a:solidFill>
          <a:ln w="12700">
            <a:solidFill>
              <a:schemeClr val="tx2"/>
            </a:solidFill>
            <a:prstDash val="solid"/>
          </a:ln>
          <a:effectLst>
            <a:outerShdw sx="100000" sy="100000" kx="0" ky="0" algn="bl" rotWithShape="0" blurRad="101600" dist="25400" dir="5400000">
              <a:srgbClr val="000000">
                <a:alpha val="15000"/>
              </a:srgbClr>
            </a:outerShdw>
          </a:effectLst>
        </p:spPr>
      </p:sp>
      <p:pic>
        <p:nvPicPr>
          <p:cNvPr id="13" name="mayumihime-icon" descr="preencoded.png">    </p:cNvPr>
          <p:cNvPicPr>
            <a:picLocks noChangeAspect="1"/>
          </p:cNvPicPr>
          <p:nvPr/>
        </p:nvPicPr>
        <p:blipFill>
          <a:blip r:embed="rId2"/>
          <a:stretch>
            <a:fillRect/>
          </a:stretch>
        </p:blipFill>
        <p:spPr>
          <a:xfrm>
            <a:off x="5897880" y="1554480"/>
            <a:ext cx="1005840" cy="1005840"/>
          </a:xfrm>
          <a:prstGeom prst="rect">
            <a:avLst/>
          </a:prstGeom>
        </p:spPr>
      </p:pic>
      <p:sp>
        <p:nvSpPr>
          <p:cNvPr id="14" name="Text 10"/>
          <p:cNvSpPr txBox="1"/>
          <p:nvPr/>
        </p:nvSpPr>
        <p:spPr>
          <a:xfrm>
            <a:off x="7086600" y="1554480"/>
            <a:ext cx="4480560" cy="1005840"/>
          </a:xfrm>
          <a:prstGeom prst="rect">
            <a:avLst/>
          </a:prstGeom>
          <a:noFill/>
          <a:ln/>
        </p:spPr>
        <p:txBody>
          <a:bodyPr wrap="square" lIns="0" tIns="0" rIns="0" bIns="0" rtlCol="0" anchor="ctr"/>
          <a:lstStyle/>
          <a:p>
            <a:pPr indent="0" marL="0">
              <a:buNone/>
            </a:pPr>
            <a:r>
              <a:rPr lang="en-US" sz="5600" b="1" dirty="0">
                <a:solidFill>
                  <a:schemeClr val="accent1"/>
                </a:solidFill>
              </a:rPr>
              <a:t>まゆみひめ</a:t>
            </a:r>
            <a:endParaRPr lang="en-US" sz="5600" dirty="0"/>
          </a:p>
        </p:txBody>
      </p:sp>
      <p:sp>
        <p:nvSpPr>
          <p:cNvPr id="15" name="Text 11"/>
          <p:cNvSpPr txBox="1"/>
          <p:nvPr/>
        </p:nvSpPr>
        <p:spPr>
          <a:xfrm>
            <a:off x="5989320" y="2697480"/>
            <a:ext cx="5577840" cy="2286000"/>
          </a:xfrm>
          <a:prstGeom prst="rect">
            <a:avLst/>
          </a:prstGeom>
          <a:noFill/>
          <a:ln/>
        </p:spPr>
        <p:txBody>
          <a:bodyPr wrap="square" lIns="0" tIns="0" rIns="0" bIns="0" rtlCol="0" anchor="ctr"/>
          <a:lstStyle/>
          <a:p>
            <a:pPr marL="342900" indent="-342900">
              <a:spcAft>
                <a:spcPts val="600"/>
              </a:spcAft>
              <a:buSzPct val="100000"/>
              <a:buChar char="•"/>
            </a:pPr>
            <a:r>
              <a:rPr lang="en-US" sz="3200" b="1" dirty="0">
                <a:solidFill>
                  <a:schemeClr val="bg1"/>
                </a:solidFill>
              </a:rPr>
              <a:t>東北でいちばん早い</a:t>
            </a:r>
            <a:endParaRPr lang="en-US" sz="3200" dirty="0"/>
          </a:p>
          <a:p>
            <a:pPr marL="342900" indent="-342900">
              <a:spcAft>
                <a:spcPts val="600"/>
              </a:spcAft>
              <a:buSzPct val="100000"/>
              <a:buChar char="•"/>
            </a:pPr>
            <a:r>
              <a:rPr lang="en-US" sz="3200" b="1" dirty="0">
                <a:solidFill>
                  <a:schemeClr val="bg1"/>
                </a:solidFill>
              </a:rPr>
              <a:t>つやつや真っ白</a:t>
            </a:r>
            <a:endParaRPr lang="en-US" sz="3200" dirty="0"/>
          </a:p>
          <a:p>
            <a:pPr marL="342900" indent="-342900">
              <a:spcAft>
                <a:spcPts val="600"/>
              </a:spcAft>
              <a:buSzPct val="100000"/>
              <a:buChar char="•"/>
            </a:pPr>
            <a:r>
              <a:rPr lang="en-US" sz="3200" b="1" dirty="0">
                <a:solidFill>
                  <a:schemeClr val="bg1"/>
                </a:solidFill>
              </a:rPr>
              <a:t>やさしい甘み</a:t>
            </a:r>
            <a:endParaRPr lang="en-US" sz="3200" dirty="0"/>
          </a:p>
        </p:txBody>
      </p:sp>
      <p:sp>
        <p:nvSpPr>
          <p:cNvPr id="16" name="taste-msg"/>
          <p:cNvSpPr/>
          <p:nvPr/>
        </p:nvSpPr>
        <p:spPr>
          <a:xfrm>
            <a:off x="457200" y="5394960"/>
            <a:ext cx="11274552" cy="1143000"/>
          </a:xfrm>
          <a:prstGeom prst="roundRect">
            <a:avLst>
              <a:gd name="adj" fmla="val 16000"/>
            </a:avLst>
          </a:prstGeom>
          <a:solidFill>
            <a:schemeClr val="accent1"/>
          </a:solidFill>
          <a:ln w="12700">
            <a:solidFill>
              <a:schemeClr val="accent1"/>
            </a:solidFill>
            <a:prstDash val="solid"/>
          </a:ln>
        </p:spPr>
      </p:sp>
      <p:sp>
        <p:nvSpPr>
          <p:cNvPr id="17" name="Text 13"/>
          <p:cNvSpPr txBox="1"/>
          <p:nvPr/>
        </p:nvSpPr>
        <p:spPr>
          <a:xfrm>
            <a:off x="457200" y="5394960"/>
            <a:ext cx="11274552" cy="1143000"/>
          </a:xfrm>
          <a:prstGeom prst="rect">
            <a:avLst/>
          </a:prstGeom>
          <a:noFill/>
          <a:ln/>
        </p:spPr>
        <p:txBody>
          <a:bodyPr wrap="square" lIns="0" tIns="0" rIns="0" bIns="0" rtlCol="0" anchor="ctr"/>
          <a:lstStyle/>
          <a:p>
            <a:pPr algn="ctr" indent="0" marL="0">
              <a:buNone/>
            </a:pPr>
            <a:r>
              <a:rPr lang="en-US" sz="3600" b="1" dirty="0">
                <a:solidFill>
                  <a:schemeClr val="bg1"/>
                </a:solidFill>
              </a:rPr>
              <a:t>生産者の思いや願いがつまったお米！</a:t>
            </a:r>
            <a:endParaRPr lang="en-US"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dge-cheer"/>
          <p:cNvSpPr/>
          <p:nvPr/>
        </p:nvSpPr>
        <p:spPr>
          <a:xfrm>
            <a:off x="457200" y="320040"/>
            <a:ext cx="868680" cy="868680"/>
          </a:xfrm>
          <a:prstGeom prst="ellipse">
            <a:avLst/>
          </a:prstGeom>
          <a:solidFill>
            <a:schemeClr val="bg1"/>
          </a:solidFill>
          <a:ln w="48260">
            <a:solidFill>
              <a:schemeClr val="accent3"/>
            </a:solidFill>
            <a:prstDash val="solid"/>
          </a:ln>
          <a:effectLst>
            <a:outerShdw sx="100000" sy="100000" kx="0" ky="0" algn="bl" rotWithShape="0" blurRad="101600" dist="25400" dir="5400000">
              <a:srgbClr val="000000">
                <a:alpha val="15000"/>
              </a:srgbClr>
            </a:outerShdw>
          </a:effectLst>
        </p:spPr>
      </p:sp>
      <p:pic>
        <p:nvPicPr>
          <p:cNvPr id="3" name="badge-icon-cheer" descr="preencoded.png">    </p:cNvPr>
          <p:cNvPicPr>
            <a:picLocks noChangeAspect="1"/>
          </p:cNvPicPr>
          <p:nvPr/>
        </p:nvPicPr>
        <p:blipFill>
          <a:blip r:embed="rId1"/>
          <a:stretch>
            <a:fillRect/>
          </a:stretch>
        </p:blipFill>
        <p:spPr>
          <a:xfrm>
            <a:off x="665683" y="528523"/>
            <a:ext cx="451714" cy="451714"/>
          </a:xfrm>
          <a:prstGeom prst="rect">
            <a:avLst/>
          </a:prstGeom>
        </p:spPr>
      </p:pic>
      <p:sp>
        <p:nvSpPr>
          <p:cNvPr id="4" name="Text 0"/>
          <p:cNvSpPr/>
          <p:nvPr>
            <p:ph idx="100" type="title" hasCustomPrompt="1"/>
          </p:nvPr>
        </p:nvSpPr>
        <p:spPr>
          <a:xfrm>
            <a:off x="1600200" y="274320"/>
            <a:ext cx="10149840" cy="914400"/>
          </a:xfrm>
          <a:prstGeom prst="rect">
            <a:avLst/>
          </a:prstGeom>
          <a:noFill/>
          <a:ln/>
        </p:spPr>
        <p:txBody>
          <a:bodyPr wrap="square" lIns="0" tIns="0" rIns="0" bIns="0" rtlCol="0" anchor="ctr"/>
          <a:lstStyle/>
          <a:p>
            <a:pPr algn="l" indent="0" marL="0">
              <a:buNone/>
            </a:pPr>
            <a:r>
              <a:rPr lang="en-US" sz="4400" b="1" dirty="0">
                <a:solidFill>
                  <a:schemeClr val="tx2"/>
                </a:solidFill>
              </a:rPr>
              <a:t>応援ホワイト　アピール大作戦！</a:t>
            </a:r>
            <a:endParaRPr lang="en-US" sz="4400" dirty="0"/>
          </a:p>
        </p:txBody>
      </p:sp>
      <p:sp>
        <p:nvSpPr>
          <p:cNvPr id="5" name="step1"/>
          <p:cNvSpPr/>
          <p:nvPr/>
        </p:nvSpPr>
        <p:spPr>
          <a:xfrm>
            <a:off x="457200" y="1417320"/>
            <a:ext cx="5394960" cy="5074920"/>
          </a:xfrm>
          <a:prstGeom prst="roundRect">
            <a:avLst>
              <a:gd name="adj" fmla="val 3604"/>
            </a:avLst>
          </a:prstGeom>
          <a:solidFill>
            <a:schemeClr val="bg2"/>
          </a:solidFill>
          <a:ln w="12700">
            <a:solidFill>
              <a:schemeClr val="bg2"/>
            </a:solidFill>
            <a:prstDash val="solid"/>
          </a:ln>
        </p:spPr>
      </p:sp>
      <p:sp>
        <p:nvSpPr>
          <p:cNvPr id="6" name="Text 3"/>
          <p:cNvSpPr txBox="1"/>
          <p:nvPr/>
        </p:nvSpPr>
        <p:spPr>
          <a:xfrm>
            <a:off x="457200" y="1600200"/>
            <a:ext cx="5394960" cy="822960"/>
          </a:xfrm>
          <a:prstGeom prst="rect">
            <a:avLst/>
          </a:prstGeom>
          <a:noFill/>
          <a:ln/>
        </p:spPr>
        <p:txBody>
          <a:bodyPr wrap="square" lIns="0" tIns="0" rIns="0" bIns="0" rtlCol="0" anchor="ctr"/>
          <a:lstStyle/>
          <a:p>
            <a:pPr algn="ctr" indent="0" marL="0">
              <a:buNone/>
            </a:pPr>
            <a:r>
              <a:rPr lang="en-US" sz="3600" b="1" dirty="0">
                <a:solidFill>
                  <a:schemeClr val="tx2"/>
                </a:solidFill>
              </a:rPr>
              <a:t>① お米の名前</a:t>
            </a:r>
            <a:endParaRPr lang="en-US" sz="3600" dirty="0"/>
          </a:p>
        </p:txBody>
      </p:sp>
      <p:sp>
        <p:nvSpPr>
          <p:cNvPr id="7" name="Text 4"/>
          <p:cNvSpPr txBox="1"/>
          <p:nvPr/>
        </p:nvSpPr>
        <p:spPr>
          <a:xfrm>
            <a:off x="457200" y="2743200"/>
            <a:ext cx="5394960" cy="2194560"/>
          </a:xfrm>
          <a:prstGeom prst="rect">
            <a:avLst/>
          </a:prstGeom>
          <a:noFill/>
          <a:ln/>
        </p:spPr>
        <p:txBody>
          <a:bodyPr wrap="square" lIns="0" tIns="0" rIns="0" bIns="0" rtlCol="0" anchor="ctr"/>
          <a:lstStyle/>
          <a:p>
            <a:pPr algn="ctr" indent="0" marL="0">
              <a:buNone/>
            </a:pPr>
            <a:r>
              <a:rPr lang="en-US" sz="6600" b="1" dirty="0">
                <a:solidFill>
                  <a:schemeClr val="accent3"/>
                </a:solidFill>
              </a:rPr>
              <a:t>まゆ美っ米</a:t>
            </a:r>
            <a:endParaRPr lang="en-US" sz="6600" dirty="0"/>
          </a:p>
        </p:txBody>
      </p:sp>
      <p:sp>
        <p:nvSpPr>
          <p:cNvPr id="8" name="step-arrow"/>
          <p:cNvSpPr/>
          <p:nvPr/>
        </p:nvSpPr>
        <p:spPr>
          <a:xfrm>
            <a:off x="5943600" y="3657600"/>
            <a:ext cx="457200" cy="548640"/>
          </a:xfrm>
          <a:prstGeom prst="rightArrow">
            <a:avLst/>
          </a:prstGeom>
          <a:solidFill>
            <a:schemeClr val="accent3"/>
          </a:solidFill>
          <a:ln w="12700">
            <a:solidFill>
              <a:schemeClr val="accent3"/>
            </a:solidFill>
            <a:prstDash val="solid"/>
          </a:ln>
        </p:spPr>
      </p:sp>
      <p:sp>
        <p:nvSpPr>
          <p:cNvPr id="9" name="step2"/>
          <p:cNvSpPr/>
          <p:nvPr/>
        </p:nvSpPr>
        <p:spPr>
          <a:xfrm>
            <a:off x="6492240" y="1417320"/>
            <a:ext cx="5239512" cy="5074920"/>
          </a:xfrm>
          <a:prstGeom prst="roundRect">
            <a:avLst>
              <a:gd name="adj" fmla="val 3604"/>
            </a:avLst>
          </a:prstGeom>
          <a:solidFill>
            <a:schemeClr val="bg2"/>
          </a:solidFill>
          <a:ln w="12700">
            <a:solidFill>
              <a:schemeClr val="bg2"/>
            </a:solidFill>
            <a:prstDash val="solid"/>
          </a:ln>
        </p:spPr>
      </p:sp>
      <p:sp>
        <p:nvSpPr>
          <p:cNvPr id="10" name="Text 7"/>
          <p:cNvSpPr txBox="1"/>
          <p:nvPr/>
        </p:nvSpPr>
        <p:spPr>
          <a:xfrm>
            <a:off x="6492240" y="1600200"/>
            <a:ext cx="5239512" cy="822960"/>
          </a:xfrm>
          <a:prstGeom prst="rect">
            <a:avLst/>
          </a:prstGeom>
          <a:noFill/>
          <a:ln/>
        </p:spPr>
        <p:txBody>
          <a:bodyPr wrap="square" lIns="0" tIns="0" rIns="0" bIns="0" rtlCol="0" anchor="ctr"/>
          <a:lstStyle/>
          <a:p>
            <a:pPr algn="ctr" indent="0" marL="0">
              <a:buNone/>
            </a:pPr>
            <a:r>
              <a:rPr lang="en-US" sz="3600" b="1" dirty="0">
                <a:solidFill>
                  <a:schemeClr val="tx2"/>
                </a:solidFill>
              </a:rPr>
              <a:t>② マーク</a:t>
            </a:r>
            <a:endParaRPr lang="en-US" sz="3600" dirty="0"/>
          </a:p>
        </p:txBody>
      </p:sp>
      <p:sp>
        <p:nvSpPr>
          <p:cNvPr id="11" name="mark-frame-A"/>
          <p:cNvSpPr/>
          <p:nvPr/>
        </p:nvSpPr>
        <p:spPr>
          <a:xfrm>
            <a:off x="6803136" y="2606040"/>
            <a:ext cx="1417320" cy="1417320"/>
          </a:xfrm>
          <a:prstGeom prst="roundRect">
            <a:avLst>
              <a:gd name="adj" fmla="val 967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2" name="mark-A" descr="Aチームのマーク">    </p:cNvPr>
          <p:cNvPicPr>
            <a:picLocks noChangeAspect="1"/>
          </p:cNvPicPr>
          <p:nvPr/>
        </p:nvPicPr>
        <p:blipFill>
          <a:blip r:embed="rId2"/>
          <a:stretch>
            <a:fillRect/>
          </a:stretch>
        </p:blipFill>
        <p:spPr>
          <a:xfrm>
            <a:off x="6859829" y="2662733"/>
            <a:ext cx="1303934" cy="1303934"/>
          </a:xfrm>
          <a:prstGeom prst="rect">
            <a:avLst/>
          </a:prstGeom>
        </p:spPr>
      </p:pic>
      <p:sp>
        <p:nvSpPr>
          <p:cNvPr id="13" name="mark-frame-B"/>
          <p:cNvSpPr/>
          <p:nvPr/>
        </p:nvSpPr>
        <p:spPr>
          <a:xfrm>
            <a:off x="8403336" y="2606040"/>
            <a:ext cx="1417320" cy="1417320"/>
          </a:xfrm>
          <a:prstGeom prst="roundRect">
            <a:avLst>
              <a:gd name="adj" fmla="val 967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4" name="mark-B" descr="Bチームのマーク">    </p:cNvPr>
          <p:cNvPicPr>
            <a:picLocks noChangeAspect="1"/>
          </p:cNvPicPr>
          <p:nvPr/>
        </p:nvPicPr>
        <p:blipFill>
          <a:blip r:embed="rId3"/>
          <a:stretch>
            <a:fillRect/>
          </a:stretch>
        </p:blipFill>
        <p:spPr>
          <a:xfrm>
            <a:off x="8460029" y="2662733"/>
            <a:ext cx="1303934" cy="1303934"/>
          </a:xfrm>
          <a:prstGeom prst="rect">
            <a:avLst/>
          </a:prstGeom>
        </p:spPr>
      </p:pic>
      <p:sp>
        <p:nvSpPr>
          <p:cNvPr id="15" name="mark-frame-C"/>
          <p:cNvSpPr/>
          <p:nvPr/>
        </p:nvSpPr>
        <p:spPr>
          <a:xfrm>
            <a:off x="10003536" y="2606040"/>
            <a:ext cx="1417320" cy="1417320"/>
          </a:xfrm>
          <a:prstGeom prst="roundRect">
            <a:avLst>
              <a:gd name="adj" fmla="val 967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6" name="mark-C" descr="Cチームのマーク">    </p:cNvPr>
          <p:cNvPicPr>
            <a:picLocks noChangeAspect="1"/>
          </p:cNvPicPr>
          <p:nvPr/>
        </p:nvPicPr>
        <p:blipFill>
          <a:blip r:embed="rId4"/>
          <a:stretch>
            <a:fillRect/>
          </a:stretch>
        </p:blipFill>
        <p:spPr>
          <a:xfrm>
            <a:off x="10060229" y="2662733"/>
            <a:ext cx="1303934" cy="1303934"/>
          </a:xfrm>
          <a:prstGeom prst="rect">
            <a:avLst/>
          </a:prstGeom>
        </p:spPr>
      </p:pic>
      <p:sp>
        <p:nvSpPr>
          <p:cNvPr id="17" name="mark-frame-D"/>
          <p:cNvSpPr/>
          <p:nvPr/>
        </p:nvSpPr>
        <p:spPr>
          <a:xfrm>
            <a:off x="7603236" y="4206240"/>
            <a:ext cx="1417320" cy="1417320"/>
          </a:xfrm>
          <a:prstGeom prst="roundRect">
            <a:avLst>
              <a:gd name="adj" fmla="val 967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8" name="mark-D" descr="Dチームのマーク">    </p:cNvPr>
          <p:cNvPicPr>
            <a:picLocks noChangeAspect="1"/>
          </p:cNvPicPr>
          <p:nvPr/>
        </p:nvPicPr>
        <p:blipFill>
          <a:blip r:embed="rId5"/>
          <a:stretch>
            <a:fillRect/>
          </a:stretch>
        </p:blipFill>
        <p:spPr>
          <a:xfrm>
            <a:off x="7659929" y="4262933"/>
            <a:ext cx="1303934" cy="1303934"/>
          </a:xfrm>
          <a:prstGeom prst="rect">
            <a:avLst/>
          </a:prstGeom>
        </p:spPr>
      </p:pic>
      <p:sp>
        <p:nvSpPr>
          <p:cNvPr id="19" name="mark-frame-E"/>
          <p:cNvSpPr/>
          <p:nvPr/>
        </p:nvSpPr>
        <p:spPr>
          <a:xfrm>
            <a:off x="9203436" y="4206240"/>
            <a:ext cx="1417320" cy="1417320"/>
          </a:xfrm>
          <a:prstGeom prst="roundRect">
            <a:avLst>
              <a:gd name="adj" fmla="val 967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20" name="mark-E" descr="Eチームのマーク">    </p:cNvPr>
          <p:cNvPicPr>
            <a:picLocks noChangeAspect="1"/>
          </p:cNvPicPr>
          <p:nvPr/>
        </p:nvPicPr>
        <p:blipFill>
          <a:blip r:embed="rId6"/>
          <a:stretch>
            <a:fillRect/>
          </a:stretch>
        </p:blipFill>
        <p:spPr>
          <a:xfrm>
            <a:off x="9260129" y="4262933"/>
            <a:ext cx="1303934" cy="13039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お米マーク総選挙！</a:t>
            </a:r>
            <a:endParaRPr lang="en-US" sz="4400" dirty="0"/>
          </a:p>
        </p:txBody>
      </p:sp>
      <p:pic>
        <p:nvPicPr>
          <p:cNvPr id="3" name="vote-icon" descr="preencoded.png">    </p:cNvPr>
          <p:cNvPicPr>
            <a:picLocks noChangeAspect="1"/>
          </p:cNvPicPr>
          <p:nvPr/>
        </p:nvPicPr>
        <p:blipFill>
          <a:blip r:embed="rId1"/>
          <a:stretch>
            <a:fillRect/>
          </a:stretch>
        </p:blipFill>
        <p:spPr>
          <a:xfrm>
            <a:off x="10698480" y="274320"/>
            <a:ext cx="1005840" cy="914400"/>
          </a:xfrm>
          <a:prstGeom prst="rect">
            <a:avLst/>
          </a:prstGeom>
        </p:spPr>
      </p:pic>
      <p:sp>
        <p:nvSpPr>
          <p:cNvPr id="4" name="Text 1"/>
          <p:cNvSpPr txBox="1"/>
          <p:nvPr/>
        </p:nvSpPr>
        <p:spPr>
          <a:xfrm>
            <a:off x="457200" y="1280160"/>
            <a:ext cx="11247120" cy="1005840"/>
          </a:xfrm>
          <a:prstGeom prst="rect">
            <a:avLst/>
          </a:prstGeom>
          <a:noFill/>
          <a:ln/>
        </p:spPr>
        <p:txBody>
          <a:bodyPr wrap="square" lIns="0" tIns="0" rIns="0" bIns="0" rtlCol="0" anchor="ctr"/>
          <a:lstStyle/>
          <a:p>
            <a:pPr algn="ctr" indent="0" marL="0">
              <a:buNone/>
            </a:pPr>
            <a:r>
              <a:rPr lang="en-US" sz="3600" dirty="0">
                <a:solidFill>
                  <a:schemeClr val="tx1"/>
                </a:solidFill>
              </a:rPr>
              <a:t>ふさわしいマークを </a:t>
            </a:r>
            <a:pPr algn="ctr" indent="0" marL="0">
              <a:buNone/>
            </a:pPr>
            <a:r>
              <a:rPr lang="en-US" sz="5600" b="1" dirty="0">
                <a:solidFill>
                  <a:schemeClr val="accent3"/>
                </a:solidFill>
              </a:rPr>
              <a:t>２つ</a:t>
            </a:r>
            <a:pPr algn="ctr" indent="0" marL="0">
              <a:buNone/>
            </a:pPr>
            <a:r>
              <a:rPr lang="en-US" sz="3600" dirty="0">
                <a:solidFill>
                  <a:schemeClr val="tx1"/>
                </a:solidFill>
              </a:rPr>
              <a:t> 選んでください</a:t>
            </a:r>
            <a:endParaRPr lang="en-US" sz="3600" dirty="0"/>
          </a:p>
        </p:txBody>
      </p:sp>
      <p:sp>
        <p:nvSpPr>
          <p:cNvPr id="5" name="mark-frame-A"/>
          <p:cNvSpPr/>
          <p:nvPr/>
        </p:nvSpPr>
        <p:spPr>
          <a:xfrm>
            <a:off x="458572" y="2514600"/>
            <a:ext cx="2057400" cy="2057400"/>
          </a:xfrm>
          <a:prstGeom prst="roundRect">
            <a:avLst>
              <a:gd name="adj" fmla="val 666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6" name="mark-A" descr="Aチームのマーク">    </p:cNvPr>
          <p:cNvPicPr>
            <a:picLocks noChangeAspect="1"/>
          </p:cNvPicPr>
          <p:nvPr/>
        </p:nvPicPr>
        <p:blipFill>
          <a:blip r:embed="rId2"/>
          <a:stretch>
            <a:fillRect/>
          </a:stretch>
        </p:blipFill>
        <p:spPr>
          <a:xfrm>
            <a:off x="540868" y="2596896"/>
            <a:ext cx="1892808" cy="1892808"/>
          </a:xfrm>
          <a:prstGeom prst="rect">
            <a:avLst/>
          </a:prstGeom>
        </p:spPr>
      </p:pic>
      <p:sp>
        <p:nvSpPr>
          <p:cNvPr id="7" name="Text 3"/>
          <p:cNvSpPr txBox="1"/>
          <p:nvPr/>
        </p:nvSpPr>
        <p:spPr>
          <a:xfrm>
            <a:off x="458572" y="4663440"/>
            <a:ext cx="2057400" cy="822960"/>
          </a:xfrm>
          <a:prstGeom prst="rect">
            <a:avLst/>
          </a:prstGeom>
          <a:noFill/>
          <a:ln/>
        </p:spPr>
        <p:txBody>
          <a:bodyPr wrap="square" lIns="0" tIns="0" rIns="0" bIns="0" rtlCol="0" anchor="ctr"/>
          <a:lstStyle/>
          <a:p>
            <a:pPr algn="ctr" indent="0" marL="0">
              <a:buNone/>
            </a:pPr>
            <a:r>
              <a:rPr lang="en-US" sz="5600" b="1" dirty="0">
                <a:solidFill>
                  <a:schemeClr val="tx2"/>
                </a:solidFill>
              </a:rPr>
              <a:t>A</a:t>
            </a:r>
            <a:endParaRPr lang="en-US" sz="5600" dirty="0"/>
          </a:p>
        </p:txBody>
      </p:sp>
      <p:sp>
        <p:nvSpPr>
          <p:cNvPr id="8" name="mark-frame-B"/>
          <p:cNvSpPr/>
          <p:nvPr/>
        </p:nvSpPr>
        <p:spPr>
          <a:xfrm>
            <a:off x="2762860" y="2514600"/>
            <a:ext cx="2057400" cy="2057400"/>
          </a:xfrm>
          <a:prstGeom prst="roundRect">
            <a:avLst>
              <a:gd name="adj" fmla="val 666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9" name="mark-B" descr="Bチームのマーク">    </p:cNvPr>
          <p:cNvPicPr>
            <a:picLocks noChangeAspect="1"/>
          </p:cNvPicPr>
          <p:nvPr/>
        </p:nvPicPr>
        <p:blipFill>
          <a:blip r:embed="rId3"/>
          <a:stretch>
            <a:fillRect/>
          </a:stretch>
        </p:blipFill>
        <p:spPr>
          <a:xfrm>
            <a:off x="2845156" y="2596896"/>
            <a:ext cx="1892808" cy="1892808"/>
          </a:xfrm>
          <a:prstGeom prst="rect">
            <a:avLst/>
          </a:prstGeom>
        </p:spPr>
      </p:pic>
      <p:sp>
        <p:nvSpPr>
          <p:cNvPr id="10" name="Text 5"/>
          <p:cNvSpPr txBox="1"/>
          <p:nvPr/>
        </p:nvSpPr>
        <p:spPr>
          <a:xfrm>
            <a:off x="2762860" y="4663440"/>
            <a:ext cx="2057400" cy="822960"/>
          </a:xfrm>
          <a:prstGeom prst="rect">
            <a:avLst/>
          </a:prstGeom>
          <a:noFill/>
          <a:ln/>
        </p:spPr>
        <p:txBody>
          <a:bodyPr wrap="square" lIns="0" tIns="0" rIns="0" bIns="0" rtlCol="0" anchor="ctr"/>
          <a:lstStyle/>
          <a:p>
            <a:pPr algn="ctr" indent="0" marL="0">
              <a:buNone/>
            </a:pPr>
            <a:r>
              <a:rPr lang="en-US" sz="5600" b="1" dirty="0">
                <a:solidFill>
                  <a:schemeClr val="tx2"/>
                </a:solidFill>
              </a:rPr>
              <a:t>B</a:t>
            </a:r>
            <a:endParaRPr lang="en-US" sz="5600" dirty="0"/>
          </a:p>
        </p:txBody>
      </p:sp>
      <p:sp>
        <p:nvSpPr>
          <p:cNvPr id="11" name="mark-frame-C"/>
          <p:cNvSpPr/>
          <p:nvPr/>
        </p:nvSpPr>
        <p:spPr>
          <a:xfrm>
            <a:off x="5067148" y="2514600"/>
            <a:ext cx="2057400" cy="2057400"/>
          </a:xfrm>
          <a:prstGeom prst="roundRect">
            <a:avLst>
              <a:gd name="adj" fmla="val 666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2" name="mark-C" descr="Cチームのマーク">    </p:cNvPr>
          <p:cNvPicPr>
            <a:picLocks noChangeAspect="1"/>
          </p:cNvPicPr>
          <p:nvPr/>
        </p:nvPicPr>
        <p:blipFill>
          <a:blip r:embed="rId4"/>
          <a:stretch>
            <a:fillRect/>
          </a:stretch>
        </p:blipFill>
        <p:spPr>
          <a:xfrm>
            <a:off x="5149444" y="2596896"/>
            <a:ext cx="1892808" cy="1892808"/>
          </a:xfrm>
          <a:prstGeom prst="rect">
            <a:avLst/>
          </a:prstGeom>
        </p:spPr>
      </p:pic>
      <p:sp>
        <p:nvSpPr>
          <p:cNvPr id="13" name="Text 7"/>
          <p:cNvSpPr txBox="1"/>
          <p:nvPr/>
        </p:nvSpPr>
        <p:spPr>
          <a:xfrm>
            <a:off x="5067148" y="4663440"/>
            <a:ext cx="2057400" cy="822960"/>
          </a:xfrm>
          <a:prstGeom prst="rect">
            <a:avLst/>
          </a:prstGeom>
          <a:noFill/>
          <a:ln/>
        </p:spPr>
        <p:txBody>
          <a:bodyPr wrap="square" lIns="0" tIns="0" rIns="0" bIns="0" rtlCol="0" anchor="ctr"/>
          <a:lstStyle/>
          <a:p>
            <a:pPr algn="ctr" indent="0" marL="0">
              <a:buNone/>
            </a:pPr>
            <a:r>
              <a:rPr lang="en-US" sz="5600" b="1" dirty="0">
                <a:solidFill>
                  <a:schemeClr val="tx2"/>
                </a:solidFill>
              </a:rPr>
              <a:t>C</a:t>
            </a:r>
            <a:endParaRPr lang="en-US" sz="5600" dirty="0"/>
          </a:p>
        </p:txBody>
      </p:sp>
      <p:sp>
        <p:nvSpPr>
          <p:cNvPr id="14" name="mark-frame-D"/>
          <p:cNvSpPr/>
          <p:nvPr/>
        </p:nvSpPr>
        <p:spPr>
          <a:xfrm>
            <a:off x="7371436" y="2514600"/>
            <a:ext cx="2057400" cy="2057400"/>
          </a:xfrm>
          <a:prstGeom prst="roundRect">
            <a:avLst>
              <a:gd name="adj" fmla="val 666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5" name="mark-D" descr="Dチームのマーク">    </p:cNvPr>
          <p:cNvPicPr>
            <a:picLocks noChangeAspect="1"/>
          </p:cNvPicPr>
          <p:nvPr/>
        </p:nvPicPr>
        <p:blipFill>
          <a:blip r:embed="rId5"/>
          <a:stretch>
            <a:fillRect/>
          </a:stretch>
        </p:blipFill>
        <p:spPr>
          <a:xfrm>
            <a:off x="7453732" y="2596896"/>
            <a:ext cx="1892808" cy="1892808"/>
          </a:xfrm>
          <a:prstGeom prst="rect">
            <a:avLst/>
          </a:prstGeom>
        </p:spPr>
      </p:pic>
      <p:sp>
        <p:nvSpPr>
          <p:cNvPr id="16" name="Text 9"/>
          <p:cNvSpPr txBox="1"/>
          <p:nvPr/>
        </p:nvSpPr>
        <p:spPr>
          <a:xfrm>
            <a:off x="7371436" y="4663440"/>
            <a:ext cx="2057400" cy="822960"/>
          </a:xfrm>
          <a:prstGeom prst="rect">
            <a:avLst/>
          </a:prstGeom>
          <a:noFill/>
          <a:ln/>
        </p:spPr>
        <p:txBody>
          <a:bodyPr wrap="square" lIns="0" tIns="0" rIns="0" bIns="0" rtlCol="0" anchor="ctr"/>
          <a:lstStyle/>
          <a:p>
            <a:pPr algn="ctr" indent="0" marL="0">
              <a:buNone/>
            </a:pPr>
            <a:r>
              <a:rPr lang="en-US" sz="5600" b="1" dirty="0">
                <a:solidFill>
                  <a:schemeClr val="tx2"/>
                </a:solidFill>
              </a:rPr>
              <a:t>D</a:t>
            </a:r>
            <a:endParaRPr lang="en-US" sz="5600" dirty="0"/>
          </a:p>
        </p:txBody>
      </p:sp>
      <p:sp>
        <p:nvSpPr>
          <p:cNvPr id="17" name="mark-frame-E"/>
          <p:cNvSpPr/>
          <p:nvPr/>
        </p:nvSpPr>
        <p:spPr>
          <a:xfrm>
            <a:off x="9675724" y="2514600"/>
            <a:ext cx="2057400" cy="2057400"/>
          </a:xfrm>
          <a:prstGeom prst="roundRect">
            <a:avLst>
              <a:gd name="adj" fmla="val 6667"/>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8" name="mark-E" descr="Eチームのマーク">    </p:cNvPr>
          <p:cNvPicPr>
            <a:picLocks noChangeAspect="1"/>
          </p:cNvPicPr>
          <p:nvPr/>
        </p:nvPicPr>
        <p:blipFill>
          <a:blip r:embed="rId6"/>
          <a:stretch>
            <a:fillRect/>
          </a:stretch>
        </p:blipFill>
        <p:spPr>
          <a:xfrm>
            <a:off x="9758020" y="2596896"/>
            <a:ext cx="1892808" cy="1892808"/>
          </a:xfrm>
          <a:prstGeom prst="rect">
            <a:avLst/>
          </a:prstGeom>
        </p:spPr>
      </p:pic>
      <p:sp>
        <p:nvSpPr>
          <p:cNvPr id="19" name="Text 11"/>
          <p:cNvSpPr txBox="1"/>
          <p:nvPr/>
        </p:nvSpPr>
        <p:spPr>
          <a:xfrm>
            <a:off x="9675724" y="4663440"/>
            <a:ext cx="2057400" cy="822960"/>
          </a:xfrm>
          <a:prstGeom prst="rect">
            <a:avLst/>
          </a:prstGeom>
          <a:noFill/>
          <a:ln/>
        </p:spPr>
        <p:txBody>
          <a:bodyPr wrap="square" lIns="0" tIns="0" rIns="0" bIns="0" rtlCol="0" anchor="ctr"/>
          <a:lstStyle/>
          <a:p>
            <a:pPr algn="ctr" indent="0" marL="0">
              <a:buNone/>
            </a:pPr>
            <a:r>
              <a:rPr lang="en-US" sz="5600" b="1" dirty="0">
                <a:solidFill>
                  <a:schemeClr val="tx2"/>
                </a:solidFill>
              </a:rPr>
              <a:t>E</a:t>
            </a:r>
            <a:endParaRPr lang="en-US" sz="5600" dirty="0"/>
          </a:p>
        </p:txBody>
      </p:sp>
      <p:sp>
        <p:nvSpPr>
          <p:cNvPr id="20" name="Text 12"/>
          <p:cNvSpPr txBox="1"/>
          <p:nvPr/>
        </p:nvSpPr>
        <p:spPr>
          <a:xfrm>
            <a:off x="457200" y="5669280"/>
            <a:ext cx="11247120" cy="822960"/>
          </a:xfrm>
          <a:prstGeom prst="rect">
            <a:avLst/>
          </a:prstGeom>
          <a:noFill/>
          <a:ln/>
        </p:spPr>
        <p:txBody>
          <a:bodyPr wrap="square" lIns="0" tIns="0" rIns="0" bIns="0" rtlCol="0" anchor="ctr"/>
          <a:lstStyle/>
          <a:p>
            <a:pPr algn="ctr" indent="0" marL="0">
              <a:buNone/>
            </a:pPr>
            <a:r>
              <a:rPr lang="en-US" sz="3200" b="1" dirty="0">
                <a:solidFill>
                  <a:schemeClr val="accent3"/>
                </a:solidFill>
              </a:rPr>
              <a:t>投票用紙は、近くの５年生へ</a:t>
            </a: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候補 A　まゆみ小 × お米の形</a:t>
            </a:r>
            <a:endParaRPr lang="en-US" sz="4400" dirty="0"/>
          </a:p>
        </p:txBody>
      </p:sp>
      <p:sp>
        <p:nvSpPr>
          <p:cNvPr id="3" name="mark-frame-A"/>
          <p:cNvSpPr/>
          <p:nvPr/>
        </p:nvSpPr>
        <p:spPr>
          <a:xfrm>
            <a:off x="457200" y="1371600"/>
            <a:ext cx="5120640" cy="5120640"/>
          </a:xfrm>
          <a:prstGeom prst="roundRect">
            <a:avLst>
              <a:gd name="adj" fmla="val 2679"/>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4" name="mark-A" descr="Aチームのマーク">    </p:cNvPr>
          <p:cNvPicPr>
            <a:picLocks noChangeAspect="1"/>
          </p:cNvPicPr>
          <p:nvPr/>
        </p:nvPicPr>
        <p:blipFill>
          <a:blip r:embed="rId1"/>
          <a:stretch>
            <a:fillRect/>
          </a:stretch>
        </p:blipFill>
        <p:spPr>
          <a:xfrm>
            <a:off x="662026" y="1576426"/>
            <a:ext cx="4710989" cy="4710989"/>
          </a:xfrm>
          <a:prstGeom prst="rect">
            <a:avLst/>
          </a:prstGeom>
        </p:spPr>
      </p:pic>
      <p:sp>
        <p:nvSpPr>
          <p:cNvPr id="5" name="point-num-0"/>
          <p:cNvSpPr/>
          <p:nvPr/>
        </p:nvSpPr>
        <p:spPr>
          <a:xfrm>
            <a:off x="5943600" y="1554480"/>
            <a:ext cx="777240" cy="777240"/>
          </a:xfrm>
          <a:prstGeom prst="ellipse">
            <a:avLst/>
          </a:prstGeom>
          <a:solidFill>
            <a:schemeClr val="accent1"/>
          </a:solidFill>
          <a:ln w="12700">
            <a:solidFill>
              <a:schemeClr val="accent1"/>
            </a:solidFill>
            <a:prstDash val="solid"/>
          </a:ln>
        </p:spPr>
      </p:sp>
      <p:sp>
        <p:nvSpPr>
          <p:cNvPr id="6" name="Text 3"/>
          <p:cNvSpPr txBox="1"/>
          <p:nvPr/>
        </p:nvSpPr>
        <p:spPr>
          <a:xfrm>
            <a:off x="5943600" y="15544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7" name="Text 4"/>
          <p:cNvSpPr txBox="1"/>
          <p:nvPr/>
        </p:nvSpPr>
        <p:spPr>
          <a:xfrm>
            <a:off x="6903720" y="13716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まゆみ小とお米の形が</a:t>
            </a:r>
            <a:endParaRPr lang="en-US" sz="3200" dirty="0"/>
          </a:p>
          <a:p>
            <a:pPr indent="0" marL="0">
              <a:buNone/>
            </a:pPr>
            <a:r>
              <a:rPr lang="en-US" sz="3200" b="1" dirty="0">
                <a:solidFill>
                  <a:schemeClr val="tx1"/>
                </a:solidFill>
              </a:rPr>
              <a:t>モチーフ</a:t>
            </a:r>
            <a:endParaRPr lang="en-US" sz="3200" dirty="0"/>
          </a:p>
        </p:txBody>
      </p:sp>
      <p:sp>
        <p:nvSpPr>
          <p:cNvPr id="8" name="point-num-1"/>
          <p:cNvSpPr/>
          <p:nvPr/>
        </p:nvSpPr>
        <p:spPr>
          <a:xfrm>
            <a:off x="5943600" y="2926080"/>
            <a:ext cx="777240" cy="777240"/>
          </a:xfrm>
          <a:prstGeom prst="ellipse">
            <a:avLst/>
          </a:prstGeom>
          <a:solidFill>
            <a:schemeClr val="accent1"/>
          </a:solidFill>
          <a:ln w="12700">
            <a:solidFill>
              <a:schemeClr val="accent1"/>
            </a:solidFill>
            <a:prstDash val="solid"/>
          </a:ln>
        </p:spPr>
      </p:sp>
      <p:sp>
        <p:nvSpPr>
          <p:cNvPr id="9" name="Text 6"/>
          <p:cNvSpPr txBox="1"/>
          <p:nvPr/>
        </p:nvSpPr>
        <p:spPr>
          <a:xfrm>
            <a:off x="5943600" y="29260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0" name="Text 7"/>
          <p:cNvSpPr txBox="1"/>
          <p:nvPr/>
        </p:nvSpPr>
        <p:spPr>
          <a:xfrm>
            <a:off x="6903720" y="27432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かわいい色と見た目</a:t>
            </a:r>
            <a:endParaRPr lang="en-US" sz="3200" dirty="0"/>
          </a:p>
        </p:txBody>
      </p:sp>
      <p:sp>
        <p:nvSpPr>
          <p:cNvPr id="11" name="point-num-2"/>
          <p:cNvSpPr/>
          <p:nvPr/>
        </p:nvSpPr>
        <p:spPr>
          <a:xfrm>
            <a:off x="5943600" y="4297680"/>
            <a:ext cx="777240" cy="777240"/>
          </a:xfrm>
          <a:prstGeom prst="ellipse">
            <a:avLst/>
          </a:prstGeom>
          <a:solidFill>
            <a:schemeClr val="accent1"/>
          </a:solidFill>
          <a:ln w="12700">
            <a:solidFill>
              <a:schemeClr val="accent1"/>
            </a:solidFill>
            <a:prstDash val="solid"/>
          </a:ln>
        </p:spPr>
      </p:sp>
      <p:sp>
        <p:nvSpPr>
          <p:cNvPr id="12" name="Text 9"/>
          <p:cNvSpPr txBox="1"/>
          <p:nvPr/>
        </p:nvSpPr>
        <p:spPr>
          <a:xfrm>
            <a:off x="5943600" y="42976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3" name="Text 10"/>
          <p:cNvSpPr txBox="1"/>
          <p:nvPr/>
        </p:nvSpPr>
        <p:spPr>
          <a:xfrm>
            <a:off x="6903720" y="41148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まゆみ小のお米を</a:t>
            </a:r>
            <a:endParaRPr lang="en-US" sz="3200" dirty="0"/>
          </a:p>
          <a:p>
            <a:pPr indent="0" marL="0">
              <a:buNone/>
            </a:pPr>
            <a:r>
              <a:rPr lang="en-US" sz="3200" b="1" dirty="0">
                <a:solidFill>
                  <a:schemeClr val="tx1"/>
                </a:solidFill>
              </a:rPr>
              <a:t>食べてほしい</a:t>
            </a:r>
            <a:endParaRPr lang="en-US" sz="3200" dirty="0"/>
          </a:p>
        </p:txBody>
      </p:sp>
      <p:sp>
        <p:nvSpPr>
          <p:cNvPr id="14" name="vote-call"/>
          <p:cNvSpPr/>
          <p:nvPr/>
        </p:nvSpPr>
        <p:spPr>
          <a:xfrm>
            <a:off x="5943600" y="5486400"/>
            <a:ext cx="5788152" cy="1005840"/>
          </a:xfrm>
          <a:prstGeom prst="roundRect">
            <a:avLst>
              <a:gd name="adj" fmla="val 18182"/>
            </a:avLst>
          </a:prstGeom>
          <a:solidFill>
            <a:schemeClr val="accent3"/>
          </a:solidFill>
          <a:ln w="12700">
            <a:solidFill>
              <a:schemeClr val="accent3"/>
            </a:solidFill>
            <a:prstDash val="solid"/>
          </a:ln>
        </p:spPr>
      </p:sp>
      <p:sp>
        <p:nvSpPr>
          <p:cNvPr id="15" name="Text 12"/>
          <p:cNvSpPr txBox="1"/>
          <p:nvPr/>
        </p:nvSpPr>
        <p:spPr>
          <a:xfrm>
            <a:off x="5943600" y="5486400"/>
            <a:ext cx="5788152" cy="1005840"/>
          </a:xfrm>
          <a:prstGeom prst="rect">
            <a:avLst/>
          </a:prstGeom>
          <a:noFill/>
          <a:ln/>
        </p:spPr>
        <p:txBody>
          <a:bodyPr wrap="square" lIns="0" tIns="0" rIns="0" bIns="0" rtlCol="0" anchor="ctr"/>
          <a:lstStyle/>
          <a:p>
            <a:pPr algn="ctr" indent="0" marL="0">
              <a:buNone/>
            </a:pPr>
            <a:r>
              <a:rPr lang="en-US" sz="3600" b="1" dirty="0">
                <a:solidFill>
                  <a:schemeClr val="bg1"/>
                </a:solidFill>
              </a:rPr>
              <a:t>ぜひ A に投票を！</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候補 B　「おいしい！」の笑顔</a:t>
            </a:r>
            <a:endParaRPr lang="en-US" sz="4400" dirty="0"/>
          </a:p>
        </p:txBody>
      </p:sp>
      <p:sp>
        <p:nvSpPr>
          <p:cNvPr id="3" name="mark-frame-B"/>
          <p:cNvSpPr/>
          <p:nvPr/>
        </p:nvSpPr>
        <p:spPr>
          <a:xfrm>
            <a:off x="457200" y="1371600"/>
            <a:ext cx="5120640" cy="5120640"/>
          </a:xfrm>
          <a:prstGeom prst="roundRect">
            <a:avLst>
              <a:gd name="adj" fmla="val 2679"/>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4" name="mark-B" descr="Bチームのマーク">    </p:cNvPr>
          <p:cNvPicPr>
            <a:picLocks noChangeAspect="1"/>
          </p:cNvPicPr>
          <p:nvPr/>
        </p:nvPicPr>
        <p:blipFill>
          <a:blip r:embed="rId1"/>
          <a:stretch>
            <a:fillRect/>
          </a:stretch>
        </p:blipFill>
        <p:spPr>
          <a:xfrm>
            <a:off x="662026" y="1576426"/>
            <a:ext cx="4710989" cy="4710989"/>
          </a:xfrm>
          <a:prstGeom prst="rect">
            <a:avLst/>
          </a:prstGeom>
        </p:spPr>
      </p:pic>
      <p:sp>
        <p:nvSpPr>
          <p:cNvPr id="5" name="point-num-0"/>
          <p:cNvSpPr/>
          <p:nvPr/>
        </p:nvSpPr>
        <p:spPr>
          <a:xfrm>
            <a:off x="5943600" y="1554480"/>
            <a:ext cx="777240" cy="777240"/>
          </a:xfrm>
          <a:prstGeom prst="ellipse">
            <a:avLst/>
          </a:prstGeom>
          <a:solidFill>
            <a:schemeClr val="accent1"/>
          </a:solidFill>
          <a:ln w="12700">
            <a:solidFill>
              <a:schemeClr val="accent1"/>
            </a:solidFill>
            <a:prstDash val="solid"/>
          </a:ln>
        </p:spPr>
      </p:sp>
      <p:sp>
        <p:nvSpPr>
          <p:cNvPr id="6" name="Text 3"/>
          <p:cNvSpPr txBox="1"/>
          <p:nvPr/>
        </p:nvSpPr>
        <p:spPr>
          <a:xfrm>
            <a:off x="5943600" y="15544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7" name="Text 4"/>
          <p:cNvSpPr txBox="1"/>
          <p:nvPr/>
        </p:nvSpPr>
        <p:spPr>
          <a:xfrm>
            <a:off x="6903720" y="13716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「おいしい！」と</a:t>
            </a:r>
            <a:endParaRPr lang="en-US" sz="3200" dirty="0"/>
          </a:p>
          <a:p>
            <a:pPr indent="0" marL="0">
              <a:buNone/>
            </a:pPr>
            <a:r>
              <a:rPr lang="en-US" sz="3200" b="1" dirty="0">
                <a:solidFill>
                  <a:schemeClr val="tx1"/>
                </a:solidFill>
              </a:rPr>
              <a:t>言ってほしい</a:t>
            </a:r>
            <a:endParaRPr lang="en-US" sz="3200" dirty="0"/>
          </a:p>
        </p:txBody>
      </p:sp>
      <p:sp>
        <p:nvSpPr>
          <p:cNvPr id="8" name="point-num-1"/>
          <p:cNvSpPr/>
          <p:nvPr/>
        </p:nvSpPr>
        <p:spPr>
          <a:xfrm>
            <a:off x="5943600" y="2926080"/>
            <a:ext cx="777240" cy="777240"/>
          </a:xfrm>
          <a:prstGeom prst="ellipse">
            <a:avLst/>
          </a:prstGeom>
          <a:solidFill>
            <a:schemeClr val="accent1"/>
          </a:solidFill>
          <a:ln w="12700">
            <a:solidFill>
              <a:schemeClr val="accent1"/>
            </a:solidFill>
            <a:prstDash val="solid"/>
          </a:ln>
        </p:spPr>
      </p:sp>
      <p:sp>
        <p:nvSpPr>
          <p:cNvPr id="9" name="Text 6"/>
          <p:cNvSpPr txBox="1"/>
          <p:nvPr/>
        </p:nvSpPr>
        <p:spPr>
          <a:xfrm>
            <a:off x="5943600" y="29260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0" name="Text 7"/>
          <p:cNvSpPr txBox="1"/>
          <p:nvPr/>
        </p:nvSpPr>
        <p:spPr>
          <a:xfrm>
            <a:off x="6903720" y="27432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安心・安全の笑顔のお米</a:t>
            </a:r>
            <a:endParaRPr lang="en-US" sz="3200" dirty="0"/>
          </a:p>
        </p:txBody>
      </p:sp>
      <p:sp>
        <p:nvSpPr>
          <p:cNvPr id="11" name="point-num-2"/>
          <p:cNvSpPr/>
          <p:nvPr/>
        </p:nvSpPr>
        <p:spPr>
          <a:xfrm>
            <a:off x="5943600" y="4297680"/>
            <a:ext cx="777240" cy="777240"/>
          </a:xfrm>
          <a:prstGeom prst="ellipse">
            <a:avLst/>
          </a:prstGeom>
          <a:solidFill>
            <a:schemeClr val="accent1"/>
          </a:solidFill>
          <a:ln w="12700">
            <a:solidFill>
              <a:schemeClr val="accent1"/>
            </a:solidFill>
            <a:prstDash val="solid"/>
          </a:ln>
        </p:spPr>
      </p:sp>
      <p:sp>
        <p:nvSpPr>
          <p:cNvPr id="12" name="Text 9"/>
          <p:cNvSpPr txBox="1"/>
          <p:nvPr/>
        </p:nvSpPr>
        <p:spPr>
          <a:xfrm>
            <a:off x="5943600" y="42976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3" name="Text 10"/>
          <p:cNvSpPr txBox="1"/>
          <p:nvPr/>
        </p:nvSpPr>
        <p:spPr>
          <a:xfrm>
            <a:off x="6903720" y="41148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「美」の字をお米風に</a:t>
            </a:r>
            <a:endParaRPr lang="en-US" sz="3200" dirty="0"/>
          </a:p>
        </p:txBody>
      </p:sp>
      <p:sp>
        <p:nvSpPr>
          <p:cNvPr id="14" name="vote-call"/>
          <p:cNvSpPr/>
          <p:nvPr/>
        </p:nvSpPr>
        <p:spPr>
          <a:xfrm>
            <a:off x="5943600" y="5486400"/>
            <a:ext cx="5788152" cy="1005840"/>
          </a:xfrm>
          <a:prstGeom prst="roundRect">
            <a:avLst>
              <a:gd name="adj" fmla="val 18182"/>
            </a:avLst>
          </a:prstGeom>
          <a:solidFill>
            <a:schemeClr val="accent3"/>
          </a:solidFill>
          <a:ln w="12700">
            <a:solidFill>
              <a:schemeClr val="accent3"/>
            </a:solidFill>
            <a:prstDash val="solid"/>
          </a:ln>
        </p:spPr>
      </p:sp>
      <p:sp>
        <p:nvSpPr>
          <p:cNvPr id="15" name="Text 12"/>
          <p:cNvSpPr txBox="1"/>
          <p:nvPr/>
        </p:nvSpPr>
        <p:spPr>
          <a:xfrm>
            <a:off x="5943600" y="5486400"/>
            <a:ext cx="5788152" cy="1005840"/>
          </a:xfrm>
          <a:prstGeom prst="rect">
            <a:avLst/>
          </a:prstGeom>
          <a:noFill/>
          <a:ln/>
        </p:spPr>
        <p:txBody>
          <a:bodyPr wrap="square" lIns="0" tIns="0" rIns="0" bIns="0" rtlCol="0" anchor="ctr"/>
          <a:lstStyle/>
          <a:p>
            <a:pPr algn="ctr" indent="0" marL="0">
              <a:buNone/>
            </a:pPr>
            <a:r>
              <a:rPr lang="en-US" sz="3600" b="1" dirty="0">
                <a:solidFill>
                  <a:schemeClr val="bg1"/>
                </a:solidFill>
              </a:rPr>
              <a:t>ぜひ B に投票を！</a:t>
            </a:r>
            <a:endParaRPr 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候補 C　まゆみ小らしさ</a:t>
            </a:r>
            <a:endParaRPr lang="en-US" sz="4400" dirty="0"/>
          </a:p>
        </p:txBody>
      </p:sp>
      <p:sp>
        <p:nvSpPr>
          <p:cNvPr id="3" name="mark-frame-C"/>
          <p:cNvSpPr/>
          <p:nvPr/>
        </p:nvSpPr>
        <p:spPr>
          <a:xfrm>
            <a:off x="457200" y="1371600"/>
            <a:ext cx="5120640" cy="5120640"/>
          </a:xfrm>
          <a:prstGeom prst="roundRect">
            <a:avLst>
              <a:gd name="adj" fmla="val 2679"/>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4" name="mark-C" descr="Cチームのマーク">    </p:cNvPr>
          <p:cNvPicPr>
            <a:picLocks noChangeAspect="1"/>
          </p:cNvPicPr>
          <p:nvPr/>
        </p:nvPicPr>
        <p:blipFill>
          <a:blip r:embed="rId1"/>
          <a:stretch>
            <a:fillRect/>
          </a:stretch>
        </p:blipFill>
        <p:spPr>
          <a:xfrm>
            <a:off x="662026" y="1576426"/>
            <a:ext cx="4710989" cy="4710989"/>
          </a:xfrm>
          <a:prstGeom prst="rect">
            <a:avLst/>
          </a:prstGeom>
        </p:spPr>
      </p:pic>
      <p:sp>
        <p:nvSpPr>
          <p:cNvPr id="5" name="point-num-0"/>
          <p:cNvSpPr/>
          <p:nvPr/>
        </p:nvSpPr>
        <p:spPr>
          <a:xfrm>
            <a:off x="5943600" y="1554480"/>
            <a:ext cx="777240" cy="777240"/>
          </a:xfrm>
          <a:prstGeom prst="ellipse">
            <a:avLst/>
          </a:prstGeom>
          <a:solidFill>
            <a:schemeClr val="accent1"/>
          </a:solidFill>
          <a:ln w="12700">
            <a:solidFill>
              <a:schemeClr val="accent1"/>
            </a:solidFill>
            <a:prstDash val="solid"/>
          </a:ln>
        </p:spPr>
      </p:sp>
      <p:sp>
        <p:nvSpPr>
          <p:cNvPr id="6" name="Text 3"/>
          <p:cNvSpPr txBox="1"/>
          <p:nvPr/>
        </p:nvSpPr>
        <p:spPr>
          <a:xfrm>
            <a:off x="5943600" y="15544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7" name="Text 4"/>
          <p:cNvSpPr txBox="1"/>
          <p:nvPr/>
        </p:nvSpPr>
        <p:spPr>
          <a:xfrm>
            <a:off x="6903720" y="13716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まゆみ小らしさを</a:t>
            </a:r>
            <a:endParaRPr lang="en-US" sz="3200" dirty="0"/>
          </a:p>
          <a:p>
            <a:pPr indent="0" marL="0">
              <a:buNone/>
            </a:pPr>
            <a:r>
              <a:rPr lang="en-US" sz="3200" b="1" dirty="0">
                <a:solidFill>
                  <a:schemeClr val="tx1"/>
                </a:solidFill>
              </a:rPr>
              <a:t>アピール</a:t>
            </a:r>
            <a:endParaRPr lang="en-US" sz="3200" dirty="0"/>
          </a:p>
        </p:txBody>
      </p:sp>
      <p:sp>
        <p:nvSpPr>
          <p:cNvPr id="8" name="point-num-1"/>
          <p:cNvSpPr/>
          <p:nvPr/>
        </p:nvSpPr>
        <p:spPr>
          <a:xfrm>
            <a:off x="5943600" y="2926080"/>
            <a:ext cx="777240" cy="777240"/>
          </a:xfrm>
          <a:prstGeom prst="ellipse">
            <a:avLst/>
          </a:prstGeom>
          <a:solidFill>
            <a:schemeClr val="accent1"/>
          </a:solidFill>
          <a:ln w="12700">
            <a:solidFill>
              <a:schemeClr val="accent1"/>
            </a:solidFill>
            <a:prstDash val="solid"/>
          </a:ln>
        </p:spPr>
      </p:sp>
      <p:sp>
        <p:nvSpPr>
          <p:cNvPr id="9" name="Text 6"/>
          <p:cNvSpPr txBox="1"/>
          <p:nvPr/>
        </p:nvSpPr>
        <p:spPr>
          <a:xfrm>
            <a:off x="5943600" y="29260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0" name="Text 7"/>
          <p:cNvSpPr txBox="1"/>
          <p:nvPr/>
        </p:nvSpPr>
        <p:spPr>
          <a:xfrm>
            <a:off x="6903720" y="27432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頭は稲刈りで見た稲の色</a:t>
            </a:r>
            <a:endParaRPr lang="en-US" sz="3200" dirty="0"/>
          </a:p>
        </p:txBody>
      </p:sp>
      <p:sp>
        <p:nvSpPr>
          <p:cNvPr id="11" name="point-num-2"/>
          <p:cNvSpPr/>
          <p:nvPr/>
        </p:nvSpPr>
        <p:spPr>
          <a:xfrm>
            <a:off x="5943600" y="4297680"/>
            <a:ext cx="777240" cy="777240"/>
          </a:xfrm>
          <a:prstGeom prst="ellipse">
            <a:avLst/>
          </a:prstGeom>
          <a:solidFill>
            <a:schemeClr val="accent1"/>
          </a:solidFill>
          <a:ln w="12700">
            <a:solidFill>
              <a:schemeClr val="accent1"/>
            </a:solidFill>
            <a:prstDash val="solid"/>
          </a:ln>
        </p:spPr>
      </p:sp>
      <p:sp>
        <p:nvSpPr>
          <p:cNvPr id="12" name="Text 9"/>
          <p:cNvSpPr txBox="1"/>
          <p:nvPr/>
        </p:nvSpPr>
        <p:spPr>
          <a:xfrm>
            <a:off x="5943600" y="42976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3" name="Text 10"/>
          <p:cNvSpPr txBox="1"/>
          <p:nvPr/>
        </p:nvSpPr>
        <p:spPr>
          <a:xfrm>
            <a:off x="6903720" y="41148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上ばき＆運動着</a:t>
            </a:r>
            <a:endParaRPr lang="en-US" sz="3200" dirty="0"/>
          </a:p>
        </p:txBody>
      </p:sp>
      <p:sp>
        <p:nvSpPr>
          <p:cNvPr id="14" name="vote-call"/>
          <p:cNvSpPr/>
          <p:nvPr/>
        </p:nvSpPr>
        <p:spPr>
          <a:xfrm>
            <a:off x="5943600" y="5486400"/>
            <a:ext cx="5788152" cy="1005840"/>
          </a:xfrm>
          <a:prstGeom prst="roundRect">
            <a:avLst>
              <a:gd name="adj" fmla="val 18182"/>
            </a:avLst>
          </a:prstGeom>
          <a:solidFill>
            <a:schemeClr val="accent3"/>
          </a:solidFill>
          <a:ln w="12700">
            <a:solidFill>
              <a:schemeClr val="accent3"/>
            </a:solidFill>
            <a:prstDash val="solid"/>
          </a:ln>
        </p:spPr>
      </p:sp>
      <p:sp>
        <p:nvSpPr>
          <p:cNvPr id="15" name="Text 12"/>
          <p:cNvSpPr txBox="1"/>
          <p:nvPr/>
        </p:nvSpPr>
        <p:spPr>
          <a:xfrm>
            <a:off x="5943600" y="5486400"/>
            <a:ext cx="5788152" cy="1005840"/>
          </a:xfrm>
          <a:prstGeom prst="rect">
            <a:avLst/>
          </a:prstGeom>
          <a:noFill/>
          <a:ln/>
        </p:spPr>
        <p:txBody>
          <a:bodyPr wrap="square" lIns="0" tIns="0" rIns="0" bIns="0" rtlCol="0" anchor="ctr"/>
          <a:lstStyle/>
          <a:p>
            <a:pPr algn="ctr" indent="0" marL="0">
              <a:buNone/>
            </a:pPr>
            <a:r>
              <a:rPr lang="en-US" sz="3600" b="1" dirty="0">
                <a:solidFill>
                  <a:schemeClr val="bg1"/>
                </a:solidFill>
              </a:rPr>
              <a:t>ぜひ C に投票を！</a:t>
            </a: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候補 D　みんなの笑顔</a:t>
            </a:r>
            <a:endParaRPr lang="en-US" sz="4400" dirty="0"/>
          </a:p>
        </p:txBody>
      </p:sp>
      <p:sp>
        <p:nvSpPr>
          <p:cNvPr id="3" name="mark-frame-D"/>
          <p:cNvSpPr/>
          <p:nvPr/>
        </p:nvSpPr>
        <p:spPr>
          <a:xfrm>
            <a:off x="457200" y="1371600"/>
            <a:ext cx="5120640" cy="5120640"/>
          </a:xfrm>
          <a:prstGeom prst="roundRect">
            <a:avLst>
              <a:gd name="adj" fmla="val 2679"/>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4" name="mark-D" descr="Dチームのマーク">    </p:cNvPr>
          <p:cNvPicPr>
            <a:picLocks noChangeAspect="1"/>
          </p:cNvPicPr>
          <p:nvPr/>
        </p:nvPicPr>
        <p:blipFill>
          <a:blip r:embed="rId1"/>
          <a:stretch>
            <a:fillRect/>
          </a:stretch>
        </p:blipFill>
        <p:spPr>
          <a:xfrm>
            <a:off x="662026" y="1576426"/>
            <a:ext cx="4710989" cy="4710989"/>
          </a:xfrm>
          <a:prstGeom prst="rect">
            <a:avLst/>
          </a:prstGeom>
        </p:spPr>
      </p:pic>
      <p:sp>
        <p:nvSpPr>
          <p:cNvPr id="5" name="point-num-0"/>
          <p:cNvSpPr/>
          <p:nvPr/>
        </p:nvSpPr>
        <p:spPr>
          <a:xfrm>
            <a:off x="5943600" y="1554480"/>
            <a:ext cx="777240" cy="777240"/>
          </a:xfrm>
          <a:prstGeom prst="ellipse">
            <a:avLst/>
          </a:prstGeom>
          <a:solidFill>
            <a:schemeClr val="accent1"/>
          </a:solidFill>
          <a:ln w="12700">
            <a:solidFill>
              <a:schemeClr val="accent1"/>
            </a:solidFill>
            <a:prstDash val="solid"/>
          </a:ln>
        </p:spPr>
      </p:sp>
      <p:sp>
        <p:nvSpPr>
          <p:cNvPr id="6" name="Text 3"/>
          <p:cNvSpPr txBox="1"/>
          <p:nvPr/>
        </p:nvSpPr>
        <p:spPr>
          <a:xfrm>
            <a:off x="5943600" y="15544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7" name="Text 4"/>
          <p:cNvSpPr txBox="1"/>
          <p:nvPr/>
        </p:nvSpPr>
        <p:spPr>
          <a:xfrm>
            <a:off x="6903720" y="13716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みんなの笑顔で</a:t>
            </a:r>
            <a:endParaRPr lang="en-US" sz="3200" dirty="0"/>
          </a:p>
          <a:p>
            <a:pPr indent="0" marL="0">
              <a:buNone/>
            </a:pPr>
            <a:r>
              <a:rPr lang="en-US" sz="3200" b="1" dirty="0">
                <a:solidFill>
                  <a:schemeClr val="tx1"/>
                </a:solidFill>
              </a:rPr>
              <a:t>作ったお米</a:t>
            </a:r>
            <a:endParaRPr lang="en-US" sz="3200" dirty="0"/>
          </a:p>
        </p:txBody>
      </p:sp>
      <p:sp>
        <p:nvSpPr>
          <p:cNvPr id="8" name="point-num-1"/>
          <p:cNvSpPr/>
          <p:nvPr/>
        </p:nvSpPr>
        <p:spPr>
          <a:xfrm>
            <a:off x="5943600" y="2926080"/>
            <a:ext cx="777240" cy="777240"/>
          </a:xfrm>
          <a:prstGeom prst="ellipse">
            <a:avLst/>
          </a:prstGeom>
          <a:solidFill>
            <a:schemeClr val="accent1"/>
          </a:solidFill>
          <a:ln w="12700">
            <a:solidFill>
              <a:schemeClr val="accent1"/>
            </a:solidFill>
            <a:prstDash val="solid"/>
          </a:ln>
        </p:spPr>
      </p:sp>
      <p:sp>
        <p:nvSpPr>
          <p:cNvPr id="9" name="Text 6"/>
          <p:cNvSpPr txBox="1"/>
          <p:nvPr/>
        </p:nvSpPr>
        <p:spPr>
          <a:xfrm>
            <a:off x="5943600" y="29260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0" name="Text 7"/>
          <p:cNvSpPr txBox="1"/>
          <p:nvPr/>
        </p:nvSpPr>
        <p:spPr>
          <a:xfrm>
            <a:off x="6903720" y="27432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いつも笑顔で元気に</a:t>
            </a:r>
            <a:endParaRPr lang="en-US" sz="3200" dirty="0"/>
          </a:p>
        </p:txBody>
      </p:sp>
      <p:sp>
        <p:nvSpPr>
          <p:cNvPr id="11" name="point-num-2"/>
          <p:cNvSpPr/>
          <p:nvPr/>
        </p:nvSpPr>
        <p:spPr>
          <a:xfrm>
            <a:off x="5943600" y="4297680"/>
            <a:ext cx="777240" cy="777240"/>
          </a:xfrm>
          <a:prstGeom prst="ellipse">
            <a:avLst/>
          </a:prstGeom>
          <a:solidFill>
            <a:schemeClr val="accent1"/>
          </a:solidFill>
          <a:ln w="12700">
            <a:solidFill>
              <a:schemeClr val="accent1"/>
            </a:solidFill>
            <a:prstDash val="solid"/>
          </a:ln>
        </p:spPr>
      </p:sp>
      <p:sp>
        <p:nvSpPr>
          <p:cNvPr id="12" name="Text 9"/>
          <p:cNvSpPr txBox="1"/>
          <p:nvPr/>
        </p:nvSpPr>
        <p:spPr>
          <a:xfrm>
            <a:off x="5943600" y="42976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3" name="Text 10"/>
          <p:cNvSpPr txBox="1"/>
          <p:nvPr/>
        </p:nvSpPr>
        <p:spPr>
          <a:xfrm>
            <a:off x="6903720" y="41148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仲良しの絵と稲の絵</a:t>
            </a:r>
            <a:endParaRPr lang="en-US" sz="3200" dirty="0"/>
          </a:p>
        </p:txBody>
      </p:sp>
      <p:sp>
        <p:nvSpPr>
          <p:cNvPr id="14" name="vote-call"/>
          <p:cNvSpPr/>
          <p:nvPr/>
        </p:nvSpPr>
        <p:spPr>
          <a:xfrm>
            <a:off x="5943600" y="5486400"/>
            <a:ext cx="5788152" cy="1005840"/>
          </a:xfrm>
          <a:prstGeom prst="roundRect">
            <a:avLst>
              <a:gd name="adj" fmla="val 18182"/>
            </a:avLst>
          </a:prstGeom>
          <a:solidFill>
            <a:schemeClr val="accent3"/>
          </a:solidFill>
          <a:ln w="12700">
            <a:solidFill>
              <a:schemeClr val="accent3"/>
            </a:solidFill>
            <a:prstDash val="solid"/>
          </a:ln>
        </p:spPr>
      </p:sp>
      <p:sp>
        <p:nvSpPr>
          <p:cNvPr id="15" name="Text 12"/>
          <p:cNvSpPr txBox="1"/>
          <p:nvPr/>
        </p:nvSpPr>
        <p:spPr>
          <a:xfrm>
            <a:off x="5943600" y="5486400"/>
            <a:ext cx="5788152" cy="1005840"/>
          </a:xfrm>
          <a:prstGeom prst="rect">
            <a:avLst/>
          </a:prstGeom>
          <a:noFill/>
          <a:ln/>
        </p:spPr>
        <p:txBody>
          <a:bodyPr wrap="square" lIns="0" tIns="0" rIns="0" bIns="0" rtlCol="0" anchor="ctr"/>
          <a:lstStyle/>
          <a:p>
            <a:pPr algn="ctr" indent="0" marL="0">
              <a:buNone/>
            </a:pPr>
            <a:r>
              <a:rPr lang="en-US" sz="3600" b="1" dirty="0">
                <a:solidFill>
                  <a:schemeClr val="bg1"/>
                </a:solidFill>
              </a:rPr>
              <a:t>ぜひ D に投票を！</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候補 E　笑顔とつやつや</a:t>
            </a:r>
            <a:endParaRPr lang="en-US" sz="4400" dirty="0"/>
          </a:p>
        </p:txBody>
      </p:sp>
      <p:sp>
        <p:nvSpPr>
          <p:cNvPr id="3" name="mark-frame-E"/>
          <p:cNvSpPr/>
          <p:nvPr/>
        </p:nvSpPr>
        <p:spPr>
          <a:xfrm>
            <a:off x="457200" y="1371600"/>
            <a:ext cx="5120640" cy="5120640"/>
          </a:xfrm>
          <a:prstGeom prst="roundRect">
            <a:avLst>
              <a:gd name="adj" fmla="val 2679"/>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4" name="mark-E" descr="Eチームのマーク">    </p:cNvPr>
          <p:cNvPicPr>
            <a:picLocks noChangeAspect="1"/>
          </p:cNvPicPr>
          <p:nvPr/>
        </p:nvPicPr>
        <p:blipFill>
          <a:blip r:embed="rId1"/>
          <a:stretch>
            <a:fillRect/>
          </a:stretch>
        </p:blipFill>
        <p:spPr>
          <a:xfrm>
            <a:off x="662026" y="1576426"/>
            <a:ext cx="4710989" cy="4710989"/>
          </a:xfrm>
          <a:prstGeom prst="rect">
            <a:avLst/>
          </a:prstGeom>
        </p:spPr>
      </p:pic>
      <p:sp>
        <p:nvSpPr>
          <p:cNvPr id="5" name="point-num-0"/>
          <p:cNvSpPr/>
          <p:nvPr/>
        </p:nvSpPr>
        <p:spPr>
          <a:xfrm>
            <a:off x="5943600" y="1554480"/>
            <a:ext cx="777240" cy="777240"/>
          </a:xfrm>
          <a:prstGeom prst="ellipse">
            <a:avLst/>
          </a:prstGeom>
          <a:solidFill>
            <a:schemeClr val="accent1"/>
          </a:solidFill>
          <a:ln w="12700">
            <a:solidFill>
              <a:schemeClr val="accent1"/>
            </a:solidFill>
            <a:prstDash val="solid"/>
          </a:ln>
        </p:spPr>
      </p:sp>
      <p:sp>
        <p:nvSpPr>
          <p:cNvPr id="6" name="Text 3"/>
          <p:cNvSpPr txBox="1"/>
          <p:nvPr/>
        </p:nvSpPr>
        <p:spPr>
          <a:xfrm>
            <a:off x="5943600" y="15544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7" name="Text 4"/>
          <p:cNvSpPr txBox="1"/>
          <p:nvPr/>
        </p:nvSpPr>
        <p:spPr>
          <a:xfrm>
            <a:off x="6903720" y="13716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にこにこ＝田植えの笑顔</a:t>
            </a:r>
            <a:endParaRPr lang="en-US" sz="3200" dirty="0"/>
          </a:p>
        </p:txBody>
      </p:sp>
      <p:sp>
        <p:nvSpPr>
          <p:cNvPr id="8" name="point-num-1"/>
          <p:cNvSpPr/>
          <p:nvPr/>
        </p:nvSpPr>
        <p:spPr>
          <a:xfrm>
            <a:off x="5943600" y="2926080"/>
            <a:ext cx="777240" cy="777240"/>
          </a:xfrm>
          <a:prstGeom prst="ellipse">
            <a:avLst/>
          </a:prstGeom>
          <a:solidFill>
            <a:schemeClr val="accent1"/>
          </a:solidFill>
          <a:ln w="12700">
            <a:solidFill>
              <a:schemeClr val="accent1"/>
            </a:solidFill>
            <a:prstDash val="solid"/>
          </a:ln>
        </p:spPr>
      </p:sp>
      <p:sp>
        <p:nvSpPr>
          <p:cNvPr id="9" name="Text 6"/>
          <p:cNvSpPr txBox="1"/>
          <p:nvPr/>
        </p:nvSpPr>
        <p:spPr>
          <a:xfrm>
            <a:off x="5943600" y="29260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0" name="Text 7"/>
          <p:cNvSpPr txBox="1"/>
          <p:nvPr/>
        </p:nvSpPr>
        <p:spPr>
          <a:xfrm>
            <a:off x="6903720" y="27432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「５」は５年生の５</a:t>
            </a:r>
            <a:endParaRPr lang="en-US" sz="3200" dirty="0"/>
          </a:p>
        </p:txBody>
      </p:sp>
      <p:sp>
        <p:nvSpPr>
          <p:cNvPr id="11" name="point-num-2"/>
          <p:cNvSpPr/>
          <p:nvPr/>
        </p:nvSpPr>
        <p:spPr>
          <a:xfrm>
            <a:off x="5943600" y="4297680"/>
            <a:ext cx="777240" cy="777240"/>
          </a:xfrm>
          <a:prstGeom prst="ellipse">
            <a:avLst/>
          </a:prstGeom>
          <a:solidFill>
            <a:schemeClr val="accent1"/>
          </a:solidFill>
          <a:ln w="12700">
            <a:solidFill>
              <a:schemeClr val="accent1"/>
            </a:solidFill>
            <a:prstDash val="solid"/>
          </a:ln>
        </p:spPr>
      </p:sp>
      <p:sp>
        <p:nvSpPr>
          <p:cNvPr id="12" name="Text 9"/>
          <p:cNvSpPr txBox="1"/>
          <p:nvPr/>
        </p:nvSpPr>
        <p:spPr>
          <a:xfrm>
            <a:off x="5943600" y="4297680"/>
            <a:ext cx="777240" cy="77724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3" name="Text 10"/>
          <p:cNvSpPr txBox="1"/>
          <p:nvPr/>
        </p:nvSpPr>
        <p:spPr>
          <a:xfrm>
            <a:off x="6903720" y="4114800"/>
            <a:ext cx="4846320" cy="1143000"/>
          </a:xfrm>
          <a:prstGeom prst="rect">
            <a:avLst/>
          </a:prstGeom>
          <a:noFill/>
          <a:ln/>
        </p:spPr>
        <p:txBody>
          <a:bodyPr wrap="square" lIns="0" tIns="0" rIns="0" bIns="0" rtlCol="0" anchor="ctr"/>
          <a:lstStyle/>
          <a:p>
            <a:pPr indent="0" marL="0">
              <a:buNone/>
            </a:pPr>
            <a:r>
              <a:rPr lang="en-US" sz="3200" b="1" dirty="0">
                <a:solidFill>
                  <a:schemeClr val="tx1"/>
                </a:solidFill>
              </a:rPr>
              <a:t>キラキラ＝</a:t>
            </a:r>
            <a:endParaRPr lang="en-US" sz="3200" dirty="0"/>
          </a:p>
          <a:p>
            <a:pPr indent="0" marL="0">
              <a:buNone/>
            </a:pPr>
            <a:r>
              <a:rPr lang="en-US" sz="3200" b="1" dirty="0">
                <a:solidFill>
                  <a:schemeClr val="tx1"/>
                </a:solidFill>
              </a:rPr>
              <a:t>つやつやのお米</a:t>
            </a:r>
            <a:endParaRPr lang="en-US" sz="3200" dirty="0"/>
          </a:p>
        </p:txBody>
      </p:sp>
      <p:sp>
        <p:nvSpPr>
          <p:cNvPr id="14" name="vote-call"/>
          <p:cNvSpPr/>
          <p:nvPr/>
        </p:nvSpPr>
        <p:spPr>
          <a:xfrm>
            <a:off x="5943600" y="5486400"/>
            <a:ext cx="5788152" cy="1005840"/>
          </a:xfrm>
          <a:prstGeom prst="roundRect">
            <a:avLst>
              <a:gd name="adj" fmla="val 18182"/>
            </a:avLst>
          </a:prstGeom>
          <a:solidFill>
            <a:schemeClr val="accent3"/>
          </a:solidFill>
          <a:ln w="12700">
            <a:solidFill>
              <a:schemeClr val="accent3"/>
            </a:solidFill>
            <a:prstDash val="solid"/>
          </a:ln>
        </p:spPr>
      </p:sp>
      <p:sp>
        <p:nvSpPr>
          <p:cNvPr id="15" name="Text 12"/>
          <p:cNvSpPr txBox="1"/>
          <p:nvPr/>
        </p:nvSpPr>
        <p:spPr>
          <a:xfrm>
            <a:off x="5943600" y="5486400"/>
            <a:ext cx="5788152" cy="1005840"/>
          </a:xfrm>
          <a:prstGeom prst="rect">
            <a:avLst/>
          </a:prstGeom>
          <a:noFill/>
          <a:ln/>
        </p:spPr>
        <p:txBody>
          <a:bodyPr wrap="square" lIns="0" tIns="0" rIns="0" bIns="0" rtlCol="0" anchor="ctr"/>
          <a:lstStyle/>
          <a:p>
            <a:pPr algn="ctr" indent="0" marL="0">
              <a:buNone/>
            </a:pPr>
            <a:r>
              <a:rPr lang="en-US" sz="3600" b="1" dirty="0">
                <a:solidFill>
                  <a:schemeClr val="bg1"/>
                </a:solidFill>
              </a:rPr>
              <a:t>ぜひ E に投票を！</a:t>
            </a:r>
            <a:endParaRPr 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投票をお願いします！</a:t>
            </a:r>
            <a:endParaRPr lang="en-US" sz="4400" dirty="0"/>
          </a:p>
        </p:txBody>
      </p:sp>
      <p:sp>
        <p:nvSpPr>
          <p:cNvPr id="3" name="mark-frame-A"/>
          <p:cNvSpPr/>
          <p:nvPr/>
        </p:nvSpPr>
        <p:spPr>
          <a:xfrm>
            <a:off x="457200" y="1371600"/>
            <a:ext cx="1463040" cy="1463040"/>
          </a:xfrm>
          <a:prstGeom prst="roundRect">
            <a:avLst>
              <a:gd name="adj" fmla="val 9375"/>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4" name="mark-A" descr="Aチームのマーク">    </p:cNvPr>
          <p:cNvPicPr>
            <a:picLocks noChangeAspect="1"/>
          </p:cNvPicPr>
          <p:nvPr/>
        </p:nvPicPr>
        <p:blipFill>
          <a:blip r:embed="rId1"/>
          <a:stretch>
            <a:fillRect/>
          </a:stretch>
        </p:blipFill>
        <p:spPr>
          <a:xfrm>
            <a:off x="515722" y="1430122"/>
            <a:ext cx="1345997" cy="1345997"/>
          </a:xfrm>
          <a:prstGeom prst="rect">
            <a:avLst/>
          </a:prstGeom>
        </p:spPr>
      </p:pic>
      <p:sp>
        <p:nvSpPr>
          <p:cNvPr id="5" name="Text 2"/>
          <p:cNvSpPr txBox="1"/>
          <p:nvPr/>
        </p:nvSpPr>
        <p:spPr>
          <a:xfrm>
            <a:off x="457200" y="2880360"/>
            <a:ext cx="1463040" cy="594360"/>
          </a:xfrm>
          <a:prstGeom prst="rect">
            <a:avLst/>
          </a:prstGeom>
          <a:noFill/>
          <a:ln/>
        </p:spPr>
        <p:txBody>
          <a:bodyPr wrap="square" lIns="0" tIns="0" rIns="0" bIns="0" rtlCol="0" anchor="ctr"/>
          <a:lstStyle/>
          <a:p>
            <a:pPr algn="ctr" indent="0" marL="0">
              <a:buNone/>
            </a:pPr>
            <a:r>
              <a:rPr lang="en-US" sz="3200" b="1" dirty="0">
                <a:solidFill>
                  <a:schemeClr val="tx2"/>
                </a:solidFill>
              </a:rPr>
              <a:t>A</a:t>
            </a:r>
            <a:endParaRPr lang="en-US" sz="3200" dirty="0"/>
          </a:p>
        </p:txBody>
      </p:sp>
      <p:sp>
        <p:nvSpPr>
          <p:cNvPr id="6" name="mark-frame-B"/>
          <p:cNvSpPr/>
          <p:nvPr/>
        </p:nvSpPr>
        <p:spPr>
          <a:xfrm>
            <a:off x="2103120" y="1371600"/>
            <a:ext cx="1463040" cy="1463040"/>
          </a:xfrm>
          <a:prstGeom prst="roundRect">
            <a:avLst>
              <a:gd name="adj" fmla="val 9375"/>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7" name="mark-B" descr="Bチームのマーク">    </p:cNvPr>
          <p:cNvPicPr>
            <a:picLocks noChangeAspect="1"/>
          </p:cNvPicPr>
          <p:nvPr/>
        </p:nvPicPr>
        <p:blipFill>
          <a:blip r:embed="rId2"/>
          <a:stretch>
            <a:fillRect/>
          </a:stretch>
        </p:blipFill>
        <p:spPr>
          <a:xfrm>
            <a:off x="2161642" y="1430122"/>
            <a:ext cx="1345997" cy="1345997"/>
          </a:xfrm>
          <a:prstGeom prst="rect">
            <a:avLst/>
          </a:prstGeom>
        </p:spPr>
      </p:pic>
      <p:sp>
        <p:nvSpPr>
          <p:cNvPr id="8" name="Text 4"/>
          <p:cNvSpPr txBox="1"/>
          <p:nvPr/>
        </p:nvSpPr>
        <p:spPr>
          <a:xfrm>
            <a:off x="2103120" y="2880360"/>
            <a:ext cx="1463040" cy="594360"/>
          </a:xfrm>
          <a:prstGeom prst="rect">
            <a:avLst/>
          </a:prstGeom>
          <a:noFill/>
          <a:ln/>
        </p:spPr>
        <p:txBody>
          <a:bodyPr wrap="square" lIns="0" tIns="0" rIns="0" bIns="0" rtlCol="0" anchor="ctr"/>
          <a:lstStyle/>
          <a:p>
            <a:pPr algn="ctr" indent="0" marL="0">
              <a:buNone/>
            </a:pPr>
            <a:r>
              <a:rPr lang="en-US" sz="3200" b="1" dirty="0">
                <a:solidFill>
                  <a:schemeClr val="tx2"/>
                </a:solidFill>
              </a:rPr>
              <a:t>B</a:t>
            </a:r>
            <a:endParaRPr lang="en-US" sz="3200" dirty="0"/>
          </a:p>
        </p:txBody>
      </p:sp>
      <p:sp>
        <p:nvSpPr>
          <p:cNvPr id="9" name="mark-frame-C"/>
          <p:cNvSpPr/>
          <p:nvPr/>
        </p:nvSpPr>
        <p:spPr>
          <a:xfrm>
            <a:off x="3749040" y="1371600"/>
            <a:ext cx="1463040" cy="1463040"/>
          </a:xfrm>
          <a:prstGeom prst="roundRect">
            <a:avLst>
              <a:gd name="adj" fmla="val 9375"/>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0" name="mark-C" descr="Cチームのマーク">    </p:cNvPr>
          <p:cNvPicPr>
            <a:picLocks noChangeAspect="1"/>
          </p:cNvPicPr>
          <p:nvPr/>
        </p:nvPicPr>
        <p:blipFill>
          <a:blip r:embed="rId3"/>
          <a:stretch>
            <a:fillRect/>
          </a:stretch>
        </p:blipFill>
        <p:spPr>
          <a:xfrm>
            <a:off x="3807562" y="1430122"/>
            <a:ext cx="1345997" cy="1345997"/>
          </a:xfrm>
          <a:prstGeom prst="rect">
            <a:avLst/>
          </a:prstGeom>
        </p:spPr>
      </p:pic>
      <p:sp>
        <p:nvSpPr>
          <p:cNvPr id="11" name="Text 6"/>
          <p:cNvSpPr txBox="1"/>
          <p:nvPr/>
        </p:nvSpPr>
        <p:spPr>
          <a:xfrm>
            <a:off x="3749040" y="2880360"/>
            <a:ext cx="1463040" cy="594360"/>
          </a:xfrm>
          <a:prstGeom prst="rect">
            <a:avLst/>
          </a:prstGeom>
          <a:noFill/>
          <a:ln/>
        </p:spPr>
        <p:txBody>
          <a:bodyPr wrap="square" lIns="0" tIns="0" rIns="0" bIns="0" rtlCol="0" anchor="ctr"/>
          <a:lstStyle/>
          <a:p>
            <a:pPr algn="ctr" indent="0" marL="0">
              <a:buNone/>
            </a:pPr>
            <a:r>
              <a:rPr lang="en-US" sz="3200" b="1" dirty="0">
                <a:solidFill>
                  <a:schemeClr val="tx2"/>
                </a:solidFill>
              </a:rPr>
              <a:t>C</a:t>
            </a:r>
            <a:endParaRPr lang="en-US" sz="3200" dirty="0"/>
          </a:p>
        </p:txBody>
      </p:sp>
      <p:sp>
        <p:nvSpPr>
          <p:cNvPr id="12" name="mark-frame-D"/>
          <p:cNvSpPr/>
          <p:nvPr/>
        </p:nvSpPr>
        <p:spPr>
          <a:xfrm>
            <a:off x="5394960" y="1371600"/>
            <a:ext cx="1463040" cy="1463040"/>
          </a:xfrm>
          <a:prstGeom prst="roundRect">
            <a:avLst>
              <a:gd name="adj" fmla="val 9375"/>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3" name="mark-D" descr="Dチームのマーク">    </p:cNvPr>
          <p:cNvPicPr>
            <a:picLocks noChangeAspect="1"/>
          </p:cNvPicPr>
          <p:nvPr/>
        </p:nvPicPr>
        <p:blipFill>
          <a:blip r:embed="rId4"/>
          <a:stretch>
            <a:fillRect/>
          </a:stretch>
        </p:blipFill>
        <p:spPr>
          <a:xfrm>
            <a:off x="5453482" y="1430122"/>
            <a:ext cx="1345997" cy="1345997"/>
          </a:xfrm>
          <a:prstGeom prst="rect">
            <a:avLst/>
          </a:prstGeom>
        </p:spPr>
      </p:pic>
      <p:sp>
        <p:nvSpPr>
          <p:cNvPr id="14" name="Text 8"/>
          <p:cNvSpPr txBox="1"/>
          <p:nvPr/>
        </p:nvSpPr>
        <p:spPr>
          <a:xfrm>
            <a:off x="5394960" y="2880360"/>
            <a:ext cx="1463040" cy="594360"/>
          </a:xfrm>
          <a:prstGeom prst="rect">
            <a:avLst/>
          </a:prstGeom>
          <a:noFill/>
          <a:ln/>
        </p:spPr>
        <p:txBody>
          <a:bodyPr wrap="square" lIns="0" tIns="0" rIns="0" bIns="0" rtlCol="0" anchor="ctr"/>
          <a:lstStyle/>
          <a:p>
            <a:pPr algn="ctr" indent="0" marL="0">
              <a:buNone/>
            </a:pPr>
            <a:r>
              <a:rPr lang="en-US" sz="3200" b="1" dirty="0">
                <a:solidFill>
                  <a:schemeClr val="tx2"/>
                </a:solidFill>
              </a:rPr>
              <a:t>D</a:t>
            </a:r>
            <a:endParaRPr lang="en-US" sz="3200" dirty="0"/>
          </a:p>
        </p:txBody>
      </p:sp>
      <p:sp>
        <p:nvSpPr>
          <p:cNvPr id="15" name="mark-frame-E"/>
          <p:cNvSpPr/>
          <p:nvPr/>
        </p:nvSpPr>
        <p:spPr>
          <a:xfrm>
            <a:off x="7040880" y="1371600"/>
            <a:ext cx="1463040" cy="1463040"/>
          </a:xfrm>
          <a:prstGeom prst="roundRect">
            <a:avLst>
              <a:gd name="adj" fmla="val 9375"/>
            </a:avLst>
          </a:prstGeom>
          <a:solidFill>
            <a:srgbClr val="FFFFFF"/>
          </a:solidFill>
          <a:ln w="12700">
            <a:solidFill>
              <a:srgbClr val="F1F4EE"/>
            </a:solidFill>
            <a:prstDash val="solid"/>
          </a:ln>
          <a:effectLst>
            <a:outerShdw sx="100000" sy="100000" kx="0" ky="0" algn="bl" rotWithShape="0" blurRad="101600" dist="25400" dir="5400000">
              <a:srgbClr val="000000">
                <a:alpha val="15000"/>
              </a:srgbClr>
            </a:outerShdw>
          </a:effectLst>
        </p:spPr>
      </p:sp>
      <p:pic>
        <p:nvPicPr>
          <p:cNvPr id="16" name="mark-E" descr="Eチームのマーク">    </p:cNvPr>
          <p:cNvPicPr>
            <a:picLocks noChangeAspect="1"/>
          </p:cNvPicPr>
          <p:nvPr/>
        </p:nvPicPr>
        <p:blipFill>
          <a:blip r:embed="rId5"/>
          <a:stretch>
            <a:fillRect/>
          </a:stretch>
        </p:blipFill>
        <p:spPr>
          <a:xfrm>
            <a:off x="7099402" y="1430122"/>
            <a:ext cx="1345997" cy="1345997"/>
          </a:xfrm>
          <a:prstGeom prst="rect">
            <a:avLst/>
          </a:prstGeom>
        </p:spPr>
      </p:pic>
      <p:sp>
        <p:nvSpPr>
          <p:cNvPr id="17" name="Text 10"/>
          <p:cNvSpPr txBox="1"/>
          <p:nvPr/>
        </p:nvSpPr>
        <p:spPr>
          <a:xfrm>
            <a:off x="7040880" y="2880360"/>
            <a:ext cx="1463040" cy="594360"/>
          </a:xfrm>
          <a:prstGeom prst="rect">
            <a:avLst/>
          </a:prstGeom>
          <a:noFill/>
          <a:ln/>
        </p:spPr>
        <p:txBody>
          <a:bodyPr wrap="square" lIns="0" tIns="0" rIns="0" bIns="0" rtlCol="0" anchor="ctr"/>
          <a:lstStyle/>
          <a:p>
            <a:pPr algn="ctr" indent="0" marL="0">
              <a:buNone/>
            </a:pPr>
            <a:r>
              <a:rPr lang="en-US" sz="3200" b="1" dirty="0">
                <a:solidFill>
                  <a:schemeClr val="tx2"/>
                </a:solidFill>
              </a:rPr>
              <a:t>E</a:t>
            </a:r>
            <a:endParaRPr lang="en-US" sz="3200" dirty="0"/>
          </a:p>
        </p:txBody>
      </p:sp>
      <p:sp>
        <p:nvSpPr>
          <p:cNvPr id="18" name="vote-step-0"/>
          <p:cNvSpPr/>
          <p:nvPr/>
        </p:nvSpPr>
        <p:spPr>
          <a:xfrm>
            <a:off x="457200" y="3703320"/>
            <a:ext cx="822960" cy="822960"/>
          </a:xfrm>
          <a:prstGeom prst="ellipse">
            <a:avLst/>
          </a:prstGeom>
          <a:solidFill>
            <a:schemeClr val="accent3"/>
          </a:solidFill>
          <a:ln w="12700">
            <a:solidFill>
              <a:schemeClr val="accent3"/>
            </a:solidFill>
            <a:prstDash val="solid"/>
          </a:ln>
        </p:spPr>
      </p:sp>
      <p:pic>
        <p:nvPicPr>
          <p:cNvPr id="19" name="vote-step-icon-0" descr="preencoded.png">    </p:cNvPr>
          <p:cNvPicPr>
            <a:picLocks noChangeAspect="1"/>
          </p:cNvPicPr>
          <p:nvPr/>
        </p:nvPicPr>
        <p:blipFill>
          <a:blip r:embed="rId6"/>
          <a:stretch>
            <a:fillRect/>
          </a:stretch>
        </p:blipFill>
        <p:spPr>
          <a:xfrm>
            <a:off x="658368" y="3904488"/>
            <a:ext cx="420624" cy="420624"/>
          </a:xfrm>
          <a:prstGeom prst="rect">
            <a:avLst/>
          </a:prstGeom>
        </p:spPr>
      </p:pic>
      <p:sp>
        <p:nvSpPr>
          <p:cNvPr id="20" name="Text 12"/>
          <p:cNvSpPr txBox="1"/>
          <p:nvPr/>
        </p:nvSpPr>
        <p:spPr>
          <a:xfrm>
            <a:off x="1463040" y="3703320"/>
            <a:ext cx="6766560" cy="822960"/>
          </a:xfrm>
          <a:prstGeom prst="rect">
            <a:avLst/>
          </a:prstGeom>
          <a:noFill/>
          <a:ln/>
        </p:spPr>
        <p:txBody>
          <a:bodyPr wrap="square" lIns="0" tIns="0" rIns="0" bIns="0" rtlCol="0" anchor="ctr"/>
          <a:lstStyle/>
          <a:p>
            <a:pPr indent="0" marL="0">
              <a:buNone/>
            </a:pPr>
            <a:r>
              <a:rPr lang="en-US" sz="3200" b="1" dirty="0">
                <a:solidFill>
                  <a:schemeClr val="tx1"/>
                </a:solidFill>
              </a:rPr>
              <a:t>マークを２つ選ぶ</a:t>
            </a:r>
            <a:endParaRPr lang="en-US" sz="3200" dirty="0"/>
          </a:p>
        </p:txBody>
      </p:sp>
      <p:sp>
        <p:nvSpPr>
          <p:cNvPr id="21" name="vote-step-1"/>
          <p:cNvSpPr/>
          <p:nvPr/>
        </p:nvSpPr>
        <p:spPr>
          <a:xfrm>
            <a:off x="457200" y="4663440"/>
            <a:ext cx="822960" cy="822960"/>
          </a:xfrm>
          <a:prstGeom prst="ellipse">
            <a:avLst/>
          </a:prstGeom>
          <a:solidFill>
            <a:schemeClr val="accent3"/>
          </a:solidFill>
          <a:ln w="12700">
            <a:solidFill>
              <a:schemeClr val="accent3"/>
            </a:solidFill>
            <a:prstDash val="solid"/>
          </a:ln>
        </p:spPr>
      </p:sp>
      <p:pic>
        <p:nvPicPr>
          <p:cNvPr id="22" name="vote-step-icon-1" descr="preencoded.png">    </p:cNvPr>
          <p:cNvPicPr>
            <a:picLocks noChangeAspect="1"/>
          </p:cNvPicPr>
          <p:nvPr/>
        </p:nvPicPr>
        <p:blipFill>
          <a:blip r:embed="rId7"/>
          <a:stretch>
            <a:fillRect/>
          </a:stretch>
        </p:blipFill>
        <p:spPr>
          <a:xfrm>
            <a:off x="658368" y="4864608"/>
            <a:ext cx="420624" cy="420624"/>
          </a:xfrm>
          <a:prstGeom prst="rect">
            <a:avLst/>
          </a:prstGeom>
        </p:spPr>
      </p:pic>
      <p:sp>
        <p:nvSpPr>
          <p:cNvPr id="23" name="Text 14"/>
          <p:cNvSpPr txBox="1"/>
          <p:nvPr/>
        </p:nvSpPr>
        <p:spPr>
          <a:xfrm>
            <a:off x="1463040" y="4663440"/>
            <a:ext cx="6766560" cy="822960"/>
          </a:xfrm>
          <a:prstGeom prst="rect">
            <a:avLst/>
          </a:prstGeom>
          <a:noFill/>
          <a:ln/>
        </p:spPr>
        <p:txBody>
          <a:bodyPr wrap="square" lIns="0" tIns="0" rIns="0" bIns="0" rtlCol="0" anchor="ctr"/>
          <a:lstStyle/>
          <a:p>
            <a:pPr indent="0" marL="0">
              <a:buNone/>
            </a:pPr>
            <a:r>
              <a:rPr lang="en-US" sz="3200" b="1" dirty="0">
                <a:solidFill>
                  <a:schemeClr val="tx1"/>
                </a:solidFill>
              </a:rPr>
              <a:t>帰りに入口の投票箱へ</a:t>
            </a:r>
            <a:endParaRPr lang="en-US" sz="3200" dirty="0"/>
          </a:p>
        </p:txBody>
      </p:sp>
      <p:sp>
        <p:nvSpPr>
          <p:cNvPr id="24" name="vote-step-2"/>
          <p:cNvSpPr/>
          <p:nvPr/>
        </p:nvSpPr>
        <p:spPr>
          <a:xfrm>
            <a:off x="457200" y="5623560"/>
            <a:ext cx="822960" cy="822960"/>
          </a:xfrm>
          <a:prstGeom prst="ellipse">
            <a:avLst/>
          </a:prstGeom>
          <a:solidFill>
            <a:schemeClr val="accent3"/>
          </a:solidFill>
          <a:ln w="12700">
            <a:solidFill>
              <a:schemeClr val="accent3"/>
            </a:solidFill>
            <a:prstDash val="solid"/>
          </a:ln>
        </p:spPr>
      </p:sp>
      <p:pic>
        <p:nvPicPr>
          <p:cNvPr id="25" name="vote-step-icon-2" descr="preencoded.png">    </p:cNvPr>
          <p:cNvPicPr>
            <a:picLocks noChangeAspect="1"/>
          </p:cNvPicPr>
          <p:nvPr/>
        </p:nvPicPr>
        <p:blipFill>
          <a:blip r:embed="rId8"/>
          <a:stretch>
            <a:fillRect/>
          </a:stretch>
        </p:blipFill>
        <p:spPr>
          <a:xfrm>
            <a:off x="658368" y="5824728"/>
            <a:ext cx="420624" cy="420624"/>
          </a:xfrm>
          <a:prstGeom prst="rect">
            <a:avLst/>
          </a:prstGeom>
        </p:spPr>
      </p:pic>
      <p:sp>
        <p:nvSpPr>
          <p:cNvPr id="26" name="Text 16"/>
          <p:cNvSpPr txBox="1"/>
          <p:nvPr/>
        </p:nvSpPr>
        <p:spPr>
          <a:xfrm>
            <a:off x="1463040" y="5623560"/>
            <a:ext cx="6766560" cy="822960"/>
          </a:xfrm>
          <a:prstGeom prst="rect">
            <a:avLst/>
          </a:prstGeom>
          <a:noFill/>
          <a:ln/>
        </p:spPr>
        <p:txBody>
          <a:bodyPr wrap="square" lIns="0" tIns="0" rIns="0" bIns="0" rtlCol="0" anchor="ctr"/>
          <a:lstStyle/>
          <a:p>
            <a:pPr indent="0" marL="0">
              <a:buNone/>
            </a:pPr>
            <a:r>
              <a:rPr lang="en-US" sz="3200" b="1" dirty="0">
                <a:solidFill>
                  <a:schemeClr val="tx1"/>
                </a:solidFill>
              </a:rPr>
              <a:t>結果は後日お知らせ</a:t>
            </a:r>
            <a:endParaRPr lang="en-US" sz="3200" dirty="0"/>
          </a:p>
        </p:txBody>
      </p:sp>
      <p:sp>
        <p:nvSpPr>
          <p:cNvPr id="27" name="ballot-box-card"/>
          <p:cNvSpPr/>
          <p:nvPr/>
        </p:nvSpPr>
        <p:spPr>
          <a:xfrm>
            <a:off x="8732520" y="1371600"/>
            <a:ext cx="2999232" cy="5120640"/>
          </a:xfrm>
          <a:prstGeom prst="roundRect">
            <a:avLst>
              <a:gd name="adj" fmla="val 6098"/>
            </a:avLst>
          </a:prstGeom>
          <a:solidFill>
            <a:schemeClr val="tx2"/>
          </a:solidFill>
          <a:ln w="12700">
            <a:solidFill>
              <a:schemeClr val="tx2"/>
            </a:solidFill>
            <a:prstDash val="solid"/>
          </a:ln>
        </p:spPr>
      </p:sp>
      <p:pic>
        <p:nvPicPr>
          <p:cNvPr id="28" name="ballot-icon" descr="preencoded.png">    </p:cNvPr>
          <p:cNvPicPr>
            <a:picLocks noChangeAspect="1"/>
          </p:cNvPicPr>
          <p:nvPr/>
        </p:nvPicPr>
        <p:blipFill>
          <a:blip r:embed="rId9"/>
          <a:stretch>
            <a:fillRect/>
          </a:stretch>
        </p:blipFill>
        <p:spPr>
          <a:xfrm>
            <a:off x="9546336" y="1691640"/>
            <a:ext cx="1371600" cy="1280160"/>
          </a:xfrm>
          <a:prstGeom prst="rect">
            <a:avLst/>
          </a:prstGeom>
        </p:spPr>
      </p:pic>
      <p:sp>
        <p:nvSpPr>
          <p:cNvPr id="29" name="Text 18"/>
          <p:cNvSpPr txBox="1"/>
          <p:nvPr/>
        </p:nvSpPr>
        <p:spPr>
          <a:xfrm>
            <a:off x="8778240" y="3154680"/>
            <a:ext cx="2907792" cy="3108960"/>
          </a:xfrm>
          <a:prstGeom prst="rect">
            <a:avLst/>
          </a:prstGeom>
          <a:noFill/>
          <a:ln/>
        </p:spPr>
        <p:txBody>
          <a:bodyPr wrap="square" lIns="0" tIns="0" rIns="0" bIns="0" rtlCol="0" anchor="ctr"/>
          <a:lstStyle/>
          <a:p>
            <a:pPr algn="ctr" indent="0" marL="0">
              <a:buNone/>
            </a:pPr>
            <a:r>
              <a:rPr lang="en-US" sz="3200" b="1" dirty="0">
                <a:solidFill>
                  <a:schemeClr val="bg1"/>
                </a:solidFill>
              </a:rPr>
              <a:t>投票箱は</a:t>
            </a:r>
            <a:endParaRPr lang="en-US" sz="3200" dirty="0"/>
          </a:p>
          <a:p>
            <a:pPr algn="ctr" indent="0" marL="0">
              <a:buNone/>
            </a:pPr>
            <a:r>
              <a:rPr lang="en-US" sz="3200" b="1" dirty="0">
                <a:solidFill>
                  <a:schemeClr val="bg1"/>
                </a:solidFill>
              </a:rPr>
              <a:t>みんなで</a:t>
            </a:r>
            <a:endParaRPr lang="en-US" sz="3200" dirty="0"/>
          </a:p>
          <a:p>
            <a:pPr algn="ctr" indent="0" marL="0">
              <a:buNone/>
            </a:pPr>
            <a:r>
              <a:rPr lang="en-US" sz="3200" b="1" dirty="0">
                <a:solidFill>
                  <a:schemeClr val="bg1"/>
                </a:solidFill>
              </a:rPr>
              <a:t>作りました！</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914400"/>
          </a:xfrm>
          <a:prstGeom prst="rect">
            <a:avLst/>
          </a:prstGeom>
          <a:noFill/>
          <a:ln/>
        </p:spPr>
        <p:txBody>
          <a:bodyPr wrap="square" lIns="0" tIns="0" rIns="0" bIns="0" rtlCol="0" anchor="ctr"/>
          <a:lstStyle/>
          <a:p>
            <a:pPr algn="l" indent="0" marL="0">
              <a:buNone/>
            </a:pPr>
            <a:r>
              <a:rPr lang="en-US" sz="4400" b="1" dirty="0">
                <a:solidFill>
                  <a:schemeClr val="tx2"/>
                </a:solidFill>
              </a:rPr>
              <a:t>学んだこと → これから</a:t>
            </a:r>
            <a:endParaRPr lang="en-US" sz="4400" dirty="0"/>
          </a:p>
        </p:txBody>
      </p:sp>
      <p:sp>
        <p:nvSpPr>
          <p:cNvPr id="3" name="badge-safe"/>
          <p:cNvSpPr/>
          <p:nvPr/>
        </p:nvSpPr>
        <p:spPr>
          <a:xfrm>
            <a:off x="457200" y="1417320"/>
            <a:ext cx="960120" cy="960120"/>
          </a:xfrm>
          <a:prstGeom prst="ellipse">
            <a:avLst/>
          </a:prstGeom>
          <a:solidFill>
            <a:schemeClr val="bg1"/>
          </a:solidFill>
          <a:ln w="53340">
            <a:solidFill>
              <a:schemeClr val="accent4"/>
            </a:solidFill>
            <a:prstDash val="solid"/>
          </a:ln>
          <a:effectLst>
            <a:outerShdw sx="100000" sy="100000" kx="0" ky="0" algn="bl" rotWithShape="0" blurRad="101600" dist="25400" dir="5400000">
              <a:srgbClr val="000000">
                <a:alpha val="15000"/>
              </a:srgbClr>
            </a:outerShdw>
          </a:effectLst>
        </p:spPr>
      </p:sp>
      <p:pic>
        <p:nvPicPr>
          <p:cNvPr id="4" name="badge-icon-safe" descr="preencoded.png">    </p:cNvPr>
          <p:cNvPicPr>
            <a:picLocks noChangeAspect="1"/>
          </p:cNvPicPr>
          <p:nvPr/>
        </p:nvPicPr>
        <p:blipFill>
          <a:blip r:embed="rId1"/>
          <a:stretch>
            <a:fillRect/>
          </a:stretch>
        </p:blipFill>
        <p:spPr>
          <a:xfrm>
            <a:off x="687629" y="1647749"/>
            <a:ext cx="499262" cy="499262"/>
          </a:xfrm>
          <a:prstGeom prst="rect">
            <a:avLst/>
          </a:prstGeom>
        </p:spPr>
      </p:pic>
      <p:sp>
        <p:nvSpPr>
          <p:cNvPr id="5" name="Text 2"/>
          <p:cNvSpPr txBox="1"/>
          <p:nvPr/>
        </p:nvSpPr>
        <p:spPr>
          <a:xfrm>
            <a:off x="1600200" y="1417320"/>
            <a:ext cx="4023360" cy="960120"/>
          </a:xfrm>
          <a:prstGeom prst="rect">
            <a:avLst/>
          </a:prstGeom>
          <a:noFill/>
          <a:ln/>
        </p:spPr>
        <p:txBody>
          <a:bodyPr wrap="square" lIns="0" tIns="0" rIns="0" bIns="0" rtlCol="0" anchor="ctr"/>
          <a:lstStyle/>
          <a:p>
            <a:pPr indent="0" marL="0">
              <a:buNone/>
            </a:pPr>
            <a:r>
              <a:rPr lang="en-US" sz="3200" b="1" dirty="0">
                <a:solidFill>
                  <a:schemeClr val="tx1"/>
                </a:solidFill>
              </a:rPr>
              <a:t>震災と風評被害</a:t>
            </a:r>
            <a:endParaRPr lang="en-US" sz="3200" dirty="0"/>
          </a:p>
        </p:txBody>
      </p:sp>
      <p:sp>
        <p:nvSpPr>
          <p:cNvPr id="6" name="badge-revive"/>
          <p:cNvSpPr/>
          <p:nvPr/>
        </p:nvSpPr>
        <p:spPr>
          <a:xfrm>
            <a:off x="457200" y="2697480"/>
            <a:ext cx="960120" cy="960120"/>
          </a:xfrm>
          <a:prstGeom prst="ellipse">
            <a:avLst/>
          </a:prstGeom>
          <a:solidFill>
            <a:schemeClr val="bg1"/>
          </a:solidFill>
          <a:ln w="53340">
            <a:solidFill>
              <a:schemeClr val="accent2"/>
            </a:solidFill>
            <a:prstDash val="solid"/>
          </a:ln>
          <a:effectLst>
            <a:outerShdw sx="100000" sy="100000" kx="0" ky="0" algn="bl" rotWithShape="0" blurRad="101600" dist="25400" dir="5400000">
              <a:srgbClr val="000000">
                <a:alpha val="15000"/>
              </a:srgbClr>
            </a:outerShdw>
          </a:effectLst>
        </p:spPr>
      </p:sp>
      <p:pic>
        <p:nvPicPr>
          <p:cNvPr id="7" name="badge-icon-revive" descr="preencoded.png">    </p:cNvPr>
          <p:cNvPicPr>
            <a:picLocks noChangeAspect="1"/>
          </p:cNvPicPr>
          <p:nvPr/>
        </p:nvPicPr>
        <p:blipFill>
          <a:blip r:embed="rId2"/>
          <a:stretch>
            <a:fillRect/>
          </a:stretch>
        </p:blipFill>
        <p:spPr>
          <a:xfrm>
            <a:off x="687629" y="2927909"/>
            <a:ext cx="499262" cy="499262"/>
          </a:xfrm>
          <a:prstGeom prst="rect">
            <a:avLst/>
          </a:prstGeom>
        </p:spPr>
      </p:pic>
      <p:sp>
        <p:nvSpPr>
          <p:cNvPr id="8" name="Text 4"/>
          <p:cNvSpPr txBox="1"/>
          <p:nvPr/>
        </p:nvSpPr>
        <p:spPr>
          <a:xfrm>
            <a:off x="1600200" y="2697480"/>
            <a:ext cx="4023360" cy="960120"/>
          </a:xfrm>
          <a:prstGeom prst="rect">
            <a:avLst/>
          </a:prstGeom>
          <a:noFill/>
          <a:ln/>
        </p:spPr>
        <p:txBody>
          <a:bodyPr wrap="square" lIns="0" tIns="0" rIns="0" bIns="0" rtlCol="0" anchor="ctr"/>
          <a:lstStyle/>
          <a:p>
            <a:pPr indent="0" marL="0">
              <a:buNone/>
            </a:pPr>
            <a:r>
              <a:rPr lang="en-US" sz="3200" b="1" dirty="0">
                <a:solidFill>
                  <a:schemeClr val="tx1"/>
                </a:solidFill>
              </a:rPr>
              <a:t>安全への取り組み</a:t>
            </a:r>
            <a:endParaRPr lang="en-US" sz="3200" dirty="0"/>
          </a:p>
        </p:txBody>
      </p:sp>
      <p:sp>
        <p:nvSpPr>
          <p:cNvPr id="9" name="badge-trust"/>
          <p:cNvSpPr/>
          <p:nvPr/>
        </p:nvSpPr>
        <p:spPr>
          <a:xfrm>
            <a:off x="457200" y="3977640"/>
            <a:ext cx="960120" cy="960120"/>
          </a:xfrm>
          <a:prstGeom prst="ellipse">
            <a:avLst/>
          </a:prstGeom>
          <a:solidFill>
            <a:schemeClr val="bg1"/>
          </a:solidFill>
          <a:ln w="53340">
            <a:solidFill>
              <a:schemeClr val="accent6"/>
            </a:solidFill>
            <a:prstDash val="solid"/>
          </a:ln>
          <a:effectLst>
            <a:outerShdw sx="100000" sy="100000" kx="0" ky="0" algn="bl" rotWithShape="0" blurRad="101600" dist="25400" dir="5400000">
              <a:srgbClr val="000000">
                <a:alpha val="15000"/>
              </a:srgbClr>
            </a:outerShdw>
          </a:effectLst>
        </p:spPr>
      </p:sp>
      <p:pic>
        <p:nvPicPr>
          <p:cNvPr id="10" name="badge-icon-trust" descr="preencoded.png">    </p:cNvPr>
          <p:cNvPicPr>
            <a:picLocks noChangeAspect="1"/>
          </p:cNvPicPr>
          <p:nvPr/>
        </p:nvPicPr>
        <p:blipFill>
          <a:blip r:embed="rId3"/>
          <a:stretch>
            <a:fillRect/>
          </a:stretch>
        </p:blipFill>
        <p:spPr>
          <a:xfrm>
            <a:off x="687629" y="4208069"/>
            <a:ext cx="499262" cy="499262"/>
          </a:xfrm>
          <a:prstGeom prst="rect">
            <a:avLst/>
          </a:prstGeom>
        </p:spPr>
      </p:pic>
      <p:sp>
        <p:nvSpPr>
          <p:cNvPr id="11" name="Text 6"/>
          <p:cNvSpPr txBox="1"/>
          <p:nvPr/>
        </p:nvSpPr>
        <p:spPr>
          <a:xfrm>
            <a:off x="1600200" y="3977640"/>
            <a:ext cx="4023360" cy="960120"/>
          </a:xfrm>
          <a:prstGeom prst="rect">
            <a:avLst/>
          </a:prstGeom>
          <a:noFill/>
          <a:ln/>
        </p:spPr>
        <p:txBody>
          <a:bodyPr wrap="square" lIns="0" tIns="0" rIns="0" bIns="0" rtlCol="0" anchor="ctr"/>
          <a:lstStyle/>
          <a:p>
            <a:pPr indent="0" marL="0">
              <a:buNone/>
            </a:pPr>
            <a:r>
              <a:rPr lang="en-US" sz="3200" b="1" dirty="0">
                <a:solidFill>
                  <a:schemeClr val="tx1"/>
                </a:solidFill>
              </a:rPr>
              <a:t>農家さんの思い</a:t>
            </a:r>
            <a:endParaRPr lang="en-US" sz="3200" dirty="0"/>
          </a:p>
        </p:txBody>
      </p:sp>
      <p:sp>
        <p:nvSpPr>
          <p:cNvPr id="12" name="badge-taste"/>
          <p:cNvSpPr/>
          <p:nvPr/>
        </p:nvSpPr>
        <p:spPr>
          <a:xfrm>
            <a:off x="457200" y="5257800"/>
            <a:ext cx="960120" cy="960120"/>
          </a:xfrm>
          <a:prstGeom prst="ellipse">
            <a:avLst/>
          </a:prstGeom>
          <a:solidFill>
            <a:schemeClr val="bg1"/>
          </a:solidFill>
          <a:ln w="53340">
            <a:solidFill>
              <a:schemeClr val="accent1"/>
            </a:solidFill>
            <a:prstDash val="solid"/>
          </a:ln>
          <a:effectLst>
            <a:outerShdw sx="100000" sy="100000" kx="0" ky="0" algn="bl" rotWithShape="0" blurRad="101600" dist="25400" dir="5400000">
              <a:srgbClr val="000000">
                <a:alpha val="15000"/>
              </a:srgbClr>
            </a:outerShdw>
          </a:effectLst>
        </p:spPr>
      </p:sp>
      <p:pic>
        <p:nvPicPr>
          <p:cNvPr id="13" name="badge-icon-taste" descr="preencoded.png">    </p:cNvPr>
          <p:cNvPicPr>
            <a:picLocks noChangeAspect="1"/>
          </p:cNvPicPr>
          <p:nvPr/>
        </p:nvPicPr>
        <p:blipFill>
          <a:blip r:embed="rId4"/>
          <a:stretch>
            <a:fillRect/>
          </a:stretch>
        </p:blipFill>
        <p:spPr>
          <a:xfrm>
            <a:off x="687629" y="5488229"/>
            <a:ext cx="499262" cy="499262"/>
          </a:xfrm>
          <a:prstGeom prst="rect">
            <a:avLst/>
          </a:prstGeom>
        </p:spPr>
      </p:pic>
      <p:sp>
        <p:nvSpPr>
          <p:cNvPr id="14" name="Text 8"/>
          <p:cNvSpPr txBox="1"/>
          <p:nvPr/>
        </p:nvSpPr>
        <p:spPr>
          <a:xfrm>
            <a:off x="1600200" y="5257800"/>
            <a:ext cx="4023360" cy="960120"/>
          </a:xfrm>
          <a:prstGeom prst="rect">
            <a:avLst/>
          </a:prstGeom>
          <a:noFill/>
          <a:ln/>
        </p:spPr>
        <p:txBody>
          <a:bodyPr wrap="square" lIns="0" tIns="0" rIns="0" bIns="0" rtlCol="0" anchor="ctr"/>
          <a:lstStyle/>
          <a:p>
            <a:pPr indent="0" marL="0">
              <a:buNone/>
            </a:pPr>
            <a:r>
              <a:rPr lang="en-US" sz="3200" b="1" dirty="0">
                <a:solidFill>
                  <a:schemeClr val="tx1"/>
                </a:solidFill>
              </a:rPr>
              <a:t>お米のおいしさ</a:t>
            </a:r>
            <a:endParaRPr lang="en-US" sz="3200" dirty="0"/>
          </a:p>
        </p:txBody>
      </p:sp>
      <p:sp>
        <p:nvSpPr>
          <p:cNvPr id="15" name="end-arrow"/>
          <p:cNvSpPr/>
          <p:nvPr/>
        </p:nvSpPr>
        <p:spPr>
          <a:xfrm>
            <a:off x="5669280" y="3566160"/>
            <a:ext cx="548640" cy="731520"/>
          </a:xfrm>
          <a:prstGeom prst="rightArrow">
            <a:avLst/>
          </a:prstGeom>
          <a:solidFill>
            <a:schemeClr val="accent3"/>
          </a:solidFill>
          <a:ln w="12700">
            <a:solidFill>
              <a:schemeClr val="accent3"/>
            </a:solidFill>
            <a:prstDash val="solid"/>
          </a:ln>
        </p:spPr>
      </p:sp>
      <p:sp>
        <p:nvSpPr>
          <p:cNvPr id="16" name="future-card"/>
          <p:cNvSpPr/>
          <p:nvPr/>
        </p:nvSpPr>
        <p:spPr>
          <a:xfrm>
            <a:off x="6355080" y="1371600"/>
            <a:ext cx="5376672" cy="5120640"/>
          </a:xfrm>
          <a:prstGeom prst="roundRect">
            <a:avLst>
              <a:gd name="adj" fmla="val 3571"/>
            </a:avLst>
          </a:prstGeom>
          <a:solidFill>
            <a:schemeClr val="tx2"/>
          </a:solidFill>
          <a:ln w="12700">
            <a:solidFill>
              <a:schemeClr val="tx2"/>
            </a:solidFill>
            <a:prstDash val="solid"/>
          </a:ln>
          <a:effectLst>
            <a:outerShdw sx="100000" sy="100000" kx="0" ky="0" algn="bl" rotWithShape="0" blurRad="101600" dist="25400" dir="5400000">
              <a:srgbClr val="000000">
                <a:alpha val="15000"/>
              </a:srgbClr>
            </a:outerShdw>
          </a:effectLst>
        </p:spPr>
      </p:sp>
      <p:sp>
        <p:nvSpPr>
          <p:cNvPr id="17" name="Text 11"/>
          <p:cNvSpPr txBox="1"/>
          <p:nvPr/>
        </p:nvSpPr>
        <p:spPr>
          <a:xfrm>
            <a:off x="6629400" y="1554480"/>
            <a:ext cx="4846320" cy="822960"/>
          </a:xfrm>
          <a:prstGeom prst="rect">
            <a:avLst/>
          </a:prstGeom>
          <a:noFill/>
          <a:ln/>
        </p:spPr>
        <p:txBody>
          <a:bodyPr wrap="square" lIns="0" tIns="0" rIns="0" bIns="0" rtlCol="0" anchor="ctr"/>
          <a:lstStyle/>
          <a:p>
            <a:pPr indent="0" marL="0">
              <a:buNone/>
            </a:pPr>
            <a:r>
              <a:rPr lang="en-US" sz="3600" b="1" dirty="0">
                <a:solidFill>
                  <a:schemeClr val="accent1"/>
                </a:solidFill>
              </a:rPr>
              <a:t>これから</a:t>
            </a:r>
            <a:endParaRPr lang="en-US" sz="3600" dirty="0"/>
          </a:p>
        </p:txBody>
      </p:sp>
      <p:sp>
        <p:nvSpPr>
          <p:cNvPr id="18" name="Text 12"/>
          <p:cNvSpPr txBox="1"/>
          <p:nvPr/>
        </p:nvSpPr>
        <p:spPr>
          <a:xfrm>
            <a:off x="6629400" y="2560320"/>
            <a:ext cx="4937760" cy="3657600"/>
          </a:xfrm>
          <a:prstGeom prst="rect">
            <a:avLst/>
          </a:prstGeom>
          <a:noFill/>
          <a:ln/>
        </p:spPr>
        <p:txBody>
          <a:bodyPr wrap="square" lIns="0" tIns="0" rIns="0" bIns="0" rtlCol="0" anchor="ctr"/>
          <a:lstStyle/>
          <a:p>
            <a:pPr marL="342900" indent="-342900">
              <a:spcAft>
                <a:spcPts val="2400"/>
              </a:spcAft>
              <a:buSzPct val="100000"/>
              <a:buChar char="•"/>
            </a:pPr>
            <a:r>
              <a:rPr lang="en-US" sz="3600" b="1" dirty="0">
                <a:solidFill>
                  <a:schemeClr val="bg1"/>
                </a:solidFill>
              </a:rPr>
              <a:t>マークでお米を宣伝</a:t>
            </a:r>
            <a:endParaRPr lang="en-US" sz="3600" dirty="0"/>
          </a:p>
          <a:p>
            <a:pPr marL="342900" indent="-342900">
              <a:spcAft>
                <a:spcPts val="2400"/>
              </a:spcAft>
              <a:buSzPct val="100000"/>
              <a:buChar char="•"/>
            </a:pPr>
            <a:r>
              <a:rPr lang="en-US" sz="3600" b="1" dirty="0">
                <a:solidFill>
                  <a:schemeClr val="bg1"/>
                </a:solidFill>
              </a:rPr>
              <a:t>お米を食べてもらう</a:t>
            </a:r>
            <a:endParaRPr lang="en-US" sz="3600" dirty="0"/>
          </a:p>
          <a:p>
            <a:pPr marL="342900" indent="-342900">
              <a:spcAft>
                <a:spcPts val="2400"/>
              </a:spcAft>
              <a:buSzPct val="100000"/>
              <a:buChar char="•"/>
            </a:pPr>
            <a:r>
              <a:rPr lang="en-US" sz="3600" b="1" dirty="0">
                <a:solidFill>
                  <a:schemeClr val="bg1"/>
                </a:solidFill>
              </a:rPr>
              <a:t>魅力を全国へ届ける！</a:t>
            </a:r>
            <a:endParaRPr 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grain-0"/>
          <p:cNvSpPr/>
          <p:nvPr/>
        </p:nvSpPr>
        <p:spPr>
          <a:xfrm rot="-1200000">
            <a:off x="640080" y="548640"/>
            <a:ext cx="640080" cy="914400"/>
          </a:xfrm>
          <a:prstGeom prst="ellipse">
            <a:avLst/>
          </a:prstGeom>
          <a:solidFill>
            <a:schemeClr val="bg1">
              <a:alpha val="20000"/>
            </a:schemeClr>
          </a:solidFill>
          <a:ln w="12700">
            <a:solidFill>
              <a:schemeClr val="bg1">
                <a:alpha val="0"/>
              </a:schemeClr>
            </a:solidFill>
            <a:prstDash val="solid"/>
          </a:ln>
        </p:spPr>
      </p:sp>
      <p:sp>
        <p:nvSpPr>
          <p:cNvPr id="3" name="grain-1"/>
          <p:cNvSpPr/>
          <p:nvPr/>
        </p:nvSpPr>
        <p:spPr>
          <a:xfrm rot="900000">
            <a:off x="10789920" y="822960"/>
            <a:ext cx="512064" cy="731520"/>
          </a:xfrm>
          <a:prstGeom prst="ellipse">
            <a:avLst/>
          </a:prstGeom>
          <a:solidFill>
            <a:schemeClr val="bg1">
              <a:alpha val="20000"/>
            </a:schemeClr>
          </a:solidFill>
          <a:ln w="12700">
            <a:solidFill>
              <a:schemeClr val="bg1">
                <a:alpha val="0"/>
              </a:schemeClr>
            </a:solidFill>
            <a:prstDash val="solid"/>
          </a:ln>
        </p:spPr>
      </p:sp>
      <p:sp>
        <p:nvSpPr>
          <p:cNvPr id="4" name="grain-2"/>
          <p:cNvSpPr/>
          <p:nvPr/>
        </p:nvSpPr>
        <p:spPr>
          <a:xfrm rot="3000000">
            <a:off x="1280160" y="5394960"/>
            <a:ext cx="448056" cy="640080"/>
          </a:xfrm>
          <a:prstGeom prst="ellipse">
            <a:avLst/>
          </a:prstGeom>
          <a:solidFill>
            <a:schemeClr val="bg1">
              <a:alpha val="20000"/>
            </a:schemeClr>
          </a:solidFill>
          <a:ln w="12700">
            <a:solidFill>
              <a:schemeClr val="bg1">
                <a:alpha val="0"/>
              </a:schemeClr>
            </a:solidFill>
            <a:prstDash val="solid"/>
          </a:ln>
        </p:spPr>
      </p:sp>
      <p:sp>
        <p:nvSpPr>
          <p:cNvPr id="5" name="grain-3"/>
          <p:cNvSpPr/>
          <p:nvPr/>
        </p:nvSpPr>
        <p:spPr>
          <a:xfrm rot="5100000">
            <a:off x="10332720" y="5212080"/>
            <a:ext cx="704088" cy="1005840"/>
          </a:xfrm>
          <a:prstGeom prst="ellipse">
            <a:avLst/>
          </a:prstGeom>
          <a:solidFill>
            <a:schemeClr val="bg1">
              <a:alpha val="20000"/>
            </a:schemeClr>
          </a:solidFill>
          <a:ln w="12700">
            <a:solidFill>
              <a:schemeClr val="bg1">
                <a:alpha val="0"/>
              </a:schemeClr>
            </a:solidFill>
            <a:prstDash val="solid"/>
          </a:ln>
        </p:spPr>
      </p:sp>
      <p:sp>
        <p:nvSpPr>
          <p:cNvPr id="6" name="Text 4"/>
          <p:cNvSpPr txBox="1"/>
          <p:nvPr/>
        </p:nvSpPr>
        <p:spPr>
          <a:xfrm>
            <a:off x="457200" y="914400"/>
            <a:ext cx="11247120" cy="1188720"/>
          </a:xfrm>
          <a:prstGeom prst="rect">
            <a:avLst/>
          </a:prstGeom>
          <a:noFill/>
          <a:ln/>
        </p:spPr>
        <p:txBody>
          <a:bodyPr wrap="square" lIns="0" tIns="0" rIns="0" bIns="0" rtlCol="0" anchor="ctr"/>
          <a:lstStyle/>
          <a:p>
            <a:pPr algn="ctr" indent="0" marL="0">
              <a:buNone/>
            </a:pPr>
            <a:r>
              <a:rPr lang="en-US" sz="5600" dirty="0">
                <a:solidFill>
                  <a:schemeClr val="bg1"/>
                </a:solidFill>
              </a:rPr>
              <a:t>ひとつ、ひとつ、</a:t>
            </a:r>
            <a:endParaRPr lang="en-US" sz="5600" dirty="0"/>
          </a:p>
        </p:txBody>
      </p:sp>
      <p:sp>
        <p:nvSpPr>
          <p:cNvPr id="7" name="Text 5"/>
          <p:cNvSpPr txBox="1"/>
          <p:nvPr/>
        </p:nvSpPr>
        <p:spPr>
          <a:xfrm>
            <a:off x="457200" y="2194560"/>
            <a:ext cx="11247120" cy="1463040"/>
          </a:xfrm>
          <a:prstGeom prst="rect">
            <a:avLst/>
          </a:prstGeom>
          <a:noFill/>
          <a:ln/>
        </p:spPr>
        <p:txBody>
          <a:bodyPr wrap="square" lIns="0" tIns="0" rIns="0" bIns="0" rtlCol="0" anchor="ctr"/>
          <a:lstStyle/>
          <a:p>
            <a:pPr algn="ctr" indent="0" marL="0">
              <a:buNone/>
            </a:pPr>
            <a:r>
              <a:rPr lang="en-US" sz="8800" b="1" dirty="0">
                <a:solidFill>
                  <a:schemeClr val="bg1"/>
                </a:solidFill>
              </a:rPr>
              <a:t>実現する福島！</a:t>
            </a:r>
            <a:endParaRPr lang="en-US" sz="8800" dirty="0"/>
          </a:p>
        </p:txBody>
      </p:sp>
      <p:sp>
        <p:nvSpPr>
          <p:cNvPr id="8" name="Text 6"/>
          <p:cNvSpPr txBox="1"/>
          <p:nvPr/>
        </p:nvSpPr>
        <p:spPr>
          <a:xfrm>
            <a:off x="457200" y="3749040"/>
            <a:ext cx="11247120" cy="1463040"/>
          </a:xfrm>
          <a:prstGeom prst="rect">
            <a:avLst/>
          </a:prstGeom>
          <a:noFill/>
          <a:ln/>
        </p:spPr>
        <p:txBody>
          <a:bodyPr wrap="square" lIns="0" tIns="0" rIns="0" bIns="0" rtlCol="0" anchor="ctr"/>
          <a:lstStyle/>
          <a:p>
            <a:pPr algn="ctr" indent="0" marL="0">
              <a:buNone/>
            </a:pPr>
            <a:r>
              <a:rPr lang="en-US" sz="8800" b="1" dirty="0">
                <a:solidFill>
                  <a:schemeClr val="accent1"/>
                </a:solidFill>
              </a:rPr>
              <a:t>そして、本宮！</a:t>
            </a:r>
            <a:endParaRPr lang="en-US" sz="8800" dirty="0"/>
          </a:p>
        </p:txBody>
      </p:sp>
      <p:sp>
        <p:nvSpPr>
          <p:cNvPr id="9" name="Text 7"/>
          <p:cNvSpPr txBox="1"/>
          <p:nvPr/>
        </p:nvSpPr>
        <p:spPr>
          <a:xfrm>
            <a:off x="457200" y="5486400"/>
            <a:ext cx="11247120" cy="822960"/>
          </a:xfrm>
          <a:prstGeom prst="rect">
            <a:avLst/>
          </a:prstGeom>
          <a:noFill/>
          <a:ln/>
        </p:spPr>
        <p:txBody>
          <a:bodyPr wrap="square" lIns="0" tIns="0" rIns="0" bIns="0" rtlCol="0" anchor="ctr"/>
          <a:lstStyle/>
          <a:p>
            <a:pPr algn="ctr" indent="0" marL="0">
              <a:buNone/>
            </a:pPr>
            <a:r>
              <a:rPr lang="en-US" sz="3600" dirty="0">
                <a:solidFill>
                  <a:schemeClr val="bg1"/>
                </a:solidFill>
              </a:rPr>
              <a:t>ありがとうございました</a:t>
            </a:r>
            <a:endParaRPr lang="en-US" sz="3600" dirty="0"/>
          </a:p>
        </p:txBody>
      </p:sp>
    </p:spTree>
  </p:cSld>
  <p:clrMapOvr>
    <a:masterClrMapping/>
  </p:clrMapOvr>
</p:sld>
</file>

<file path=ppt/theme/theme1.xml><?xml version="1.0" encoding="utf-8"?>
<a:theme xmlns:a="http://schemas.openxmlformats.org/drawingml/2006/main" name="Mayumi Rice">
  <a:themeElements>
    <a:clrScheme name="Mayumi Rice">
      <a:dk1>
        <a:srgbClr val="2B2B2B"/>
      </a:dk1>
      <a:lt1>
        <a:srgbClr val="FFFFFF"/>
      </a:lt1>
      <a:dk2>
        <a:srgbClr val="1F4D2B"/>
      </a:dk2>
      <a:lt2>
        <a:srgbClr val="F1F4EE"/>
      </a:lt2>
      <a:accent1>
        <a:srgbClr val="D9A23A"/>
      </a:accent1>
      <a:accent2>
        <a:srgbClr val="3F8A4E"/>
      </a:accent2>
      <a:accent3>
        <a:srgbClr val="D0493C"/>
      </a:accent3>
      <a:accent4>
        <a:srgbClr val="2E6FA6"/>
      </a:accent4>
      <a:accent5>
        <a:srgbClr val="7A5BA6"/>
      </a:accent5>
      <a:accent6>
        <a:srgbClr val="E07B39"/>
      </a:accent6>
      <a:hlink>
        <a:srgbClr val="2E6FA6"/>
      </a:hlink>
      <a:folHlink>
        <a:srgbClr val="7A5BA6"/>
      </a:folHlink>
    </a:clrScheme>
    <a:fontScheme name="Mayumi Rice">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お米アピール大作戦！！</dc:title>
  <dc:subject>PptxGenJS Presentation</dc:subject>
  <dc:creator>まゆみ小学校 ５年生</dc:creator>
  <cp:lastModifiedBy>まゆみ小学校 ５年生</cp:lastModifiedBy>
  <cp:revision>1</cp:revision>
  <dcterms:created xsi:type="dcterms:W3CDTF">2026-10-30T08:07:38Z</dcterms:created>
  <dcterms:modified xsi:type="dcterms:W3CDTF">2026-10-30T08:07:38Z</dcterms:modified>
</cp:coreProperties>
</file>